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7ca7a679d549aa" /><Relationship Type="http://schemas.openxmlformats.org/officeDocument/2006/relationships/extended-properties" Target="/docProps/app.xml" Id="Rdd22881fd5b3499d" /><Relationship Type="http://schemas.openxmlformats.org/officeDocument/2006/relationships/officeDocument" Target="/ppt/presentation.xml" Id="Rdd71b128e4bf43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df33d2b9084b6d"/>
  </p:sldMasterIdLst>
  <p:notesMasterIdLst>
    <p:notesMasterId xmlns:r="http://schemas.openxmlformats.org/officeDocument/2006/relationships" r:id="R32832b0067714240"/>
  </p:notesMasterIdLst>
  <p:sldIdLst>
    <p:sldId xmlns:r="http://schemas.openxmlformats.org/officeDocument/2006/relationships" id="256" r:id="R026351cf90b848db"/>
    <p:sldId xmlns:r="http://schemas.openxmlformats.org/officeDocument/2006/relationships" id="257" r:id="R2ba4f477345640be"/>
    <p:sldId xmlns:r="http://schemas.openxmlformats.org/officeDocument/2006/relationships" id="258" r:id="R849c71373cfc4f01"/>
    <p:sldId xmlns:r="http://schemas.openxmlformats.org/officeDocument/2006/relationships" id="259" r:id="R026ca8a0feb64d5b"/>
    <p:sldId xmlns:r="http://schemas.openxmlformats.org/officeDocument/2006/relationships" id="260" r:id="R2c24d6288f8646a1"/>
    <p:sldId xmlns:r="http://schemas.openxmlformats.org/officeDocument/2006/relationships" id="261" r:id="R086e8a57d976493a"/>
    <p:sldId xmlns:r="http://schemas.openxmlformats.org/officeDocument/2006/relationships" id="262" r:id="Ref8de98a8414493a"/>
    <p:sldId xmlns:r="http://schemas.openxmlformats.org/officeDocument/2006/relationships" id="263" r:id="Ra831c697b7a14b4b"/>
    <p:sldId xmlns:r="http://schemas.openxmlformats.org/officeDocument/2006/relationships" id="264" r:id="R59f9326457b94172"/>
    <p:sldId xmlns:r="http://schemas.openxmlformats.org/officeDocument/2006/relationships" id="265" r:id="R7d93610b44cf47c6"/>
    <p:sldId xmlns:r="http://schemas.openxmlformats.org/officeDocument/2006/relationships" id="266" r:id="R39f889f1428c4b38"/>
    <p:sldId xmlns:r="http://schemas.openxmlformats.org/officeDocument/2006/relationships" id="267" r:id="Rbf6a6f596ae54cfb"/>
    <p:sldId xmlns:r="http://schemas.openxmlformats.org/officeDocument/2006/relationships" id="268" r:id="R22b11c31379c488c"/>
    <p:sldId xmlns:r="http://schemas.openxmlformats.org/officeDocument/2006/relationships" id="269" r:id="R8d39ac556d3a43ba"/>
    <p:sldId xmlns:r="http://schemas.openxmlformats.org/officeDocument/2006/relationships" id="270" r:id="R9400b852d2d24d0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cabc908c91474e" /><Relationship Type="http://schemas.openxmlformats.org/officeDocument/2006/relationships/slideMaster" Target="/ppt/slideMasters/slideMaster1.xml" Id="R7adf33d2b9084b6d" /><Relationship Type="http://schemas.openxmlformats.org/officeDocument/2006/relationships/notesMaster" Target="/ppt/notesMasters/notesMaster1.xml" Id="R32832b0067714240" /><Relationship Type="http://schemas.openxmlformats.org/officeDocument/2006/relationships/presProps" Target="/ppt/presProps.xml" Id="Rc508754e7b3748db" /><Relationship Type="http://schemas.openxmlformats.org/officeDocument/2006/relationships/tableStyles" Target="/ppt/tableStyles.xml" Id="Re36b354402c54266" /><Relationship Type="http://schemas.openxmlformats.org/officeDocument/2006/relationships/slide" Target="/ppt/slides/slide1.xml" Id="R026351cf90b848db" /><Relationship Type="http://schemas.openxmlformats.org/officeDocument/2006/relationships/slide" Target="/ppt/slides/slide2.xml" Id="R2ba4f477345640be" /><Relationship Type="http://schemas.openxmlformats.org/officeDocument/2006/relationships/slide" Target="/ppt/slides/slide3.xml" Id="R849c71373cfc4f01" /><Relationship Type="http://schemas.openxmlformats.org/officeDocument/2006/relationships/slide" Target="/ppt/slides/slide4.xml" Id="R026ca8a0feb64d5b" /><Relationship Type="http://schemas.openxmlformats.org/officeDocument/2006/relationships/slide" Target="/ppt/slides/slide5.xml" Id="R2c24d6288f8646a1" /><Relationship Type="http://schemas.openxmlformats.org/officeDocument/2006/relationships/slide" Target="/ppt/slides/slide6.xml" Id="R086e8a57d976493a" /><Relationship Type="http://schemas.openxmlformats.org/officeDocument/2006/relationships/slide" Target="/ppt/slides/slide7.xml" Id="Ref8de98a8414493a" /><Relationship Type="http://schemas.openxmlformats.org/officeDocument/2006/relationships/slide" Target="/ppt/slides/slide8.xml" Id="Ra831c697b7a14b4b" /><Relationship Type="http://schemas.openxmlformats.org/officeDocument/2006/relationships/slide" Target="/ppt/slides/slide9.xml" Id="R59f9326457b94172" /><Relationship Type="http://schemas.openxmlformats.org/officeDocument/2006/relationships/slide" Target="/ppt/slides/slide10.xml" Id="R7d93610b44cf47c6" /><Relationship Type="http://schemas.openxmlformats.org/officeDocument/2006/relationships/slide" Target="/ppt/slides/slide11.xml" Id="R39f889f1428c4b38" /><Relationship Type="http://schemas.openxmlformats.org/officeDocument/2006/relationships/slide" Target="/ppt/slides/slide12.xml" Id="Rbf6a6f596ae54cfb" /><Relationship Type="http://schemas.openxmlformats.org/officeDocument/2006/relationships/slide" Target="/ppt/slides/slide13.xml" Id="R22b11c31379c488c" /><Relationship Type="http://schemas.openxmlformats.org/officeDocument/2006/relationships/slide" Target="/ppt/slides/slide14.xml" Id="R8d39ac556d3a43ba" /><Relationship Type="http://schemas.openxmlformats.org/officeDocument/2006/relationships/slide" Target="/ppt/slides/slide15.xml" Id="R9400b852d2d24d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662c531ae940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01413bcc014c49" /><Relationship Type="http://schemas.openxmlformats.org/officeDocument/2006/relationships/notesMaster" Target="/ppt/notesMasters/notesMaster1.xml" Id="R4b441439c0c24b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036c25104d40a6" /><Relationship Type="http://schemas.openxmlformats.org/officeDocument/2006/relationships/notesMaster" Target="/ppt/notesMasters/notesMaster1.xml" Id="R2e892447cffc4f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885e351b3043c0" /><Relationship Type="http://schemas.openxmlformats.org/officeDocument/2006/relationships/notesMaster" Target="/ppt/notesMasters/notesMaster1.xml" Id="R0cfce4b5d8f64f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1e61f7f3154004" /><Relationship Type="http://schemas.openxmlformats.org/officeDocument/2006/relationships/notesMaster" Target="/ppt/notesMasters/notesMaster1.xml" Id="R972948d3184345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3ef12f55364e69" /><Relationship Type="http://schemas.openxmlformats.org/officeDocument/2006/relationships/notesMaster" Target="/ppt/notesMasters/notesMaster1.xml" Id="Rf42df1d9c06249c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f4a2a57e089416c" /><Relationship Type="http://schemas.openxmlformats.org/officeDocument/2006/relationships/notesMaster" Target="/ppt/notesMasters/notesMaster1.xml" Id="Rff653c91c30c46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c3e79296dd4831" /><Relationship Type="http://schemas.openxmlformats.org/officeDocument/2006/relationships/notesMaster" Target="/ppt/notesMasters/notesMaster1.xml" Id="R352c9a08855340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3aaf2f2c294de7" /><Relationship Type="http://schemas.openxmlformats.org/officeDocument/2006/relationships/notesMaster" Target="/ppt/notesMasters/notesMaster1.xml" Id="R84477c08f6f9483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c9cc77b63d44a04" /><Relationship Type="http://schemas.openxmlformats.org/officeDocument/2006/relationships/notesMaster" Target="/ppt/notesMasters/notesMaster1.xml" Id="R78ac1a01abd9482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4cfb1713c8d4b0a" /><Relationship Type="http://schemas.openxmlformats.org/officeDocument/2006/relationships/notesMaster" Target="/ppt/notesMasters/notesMaster1.xml" Id="R7ce72bfe60984c0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ff3bdd36d224d3d" /><Relationship Type="http://schemas.openxmlformats.org/officeDocument/2006/relationships/notesMaster" Target="/ppt/notesMasters/notesMaster1.xml" Id="Rbe69517a82aa42c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7944eb61cad41a5" /><Relationship Type="http://schemas.openxmlformats.org/officeDocument/2006/relationships/notesMaster" Target="/ppt/notesMasters/notesMaster1.xml" Id="R7deb7e710cee449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388b51ce3b64aa9" /><Relationship Type="http://schemas.openxmlformats.org/officeDocument/2006/relationships/notesMaster" Target="/ppt/notesMasters/notesMaster1.xml" Id="Rf0dda97c104e488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7675df4622547a6" /><Relationship Type="http://schemas.openxmlformats.org/officeDocument/2006/relationships/notesMaster" Target="/ppt/notesMasters/notesMaster1.xml" Id="R0d0898c3b7dd4ba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4f793651c5642e6" /><Relationship Type="http://schemas.openxmlformats.org/officeDocument/2006/relationships/notesMaster" Target="/ppt/notesMasters/notesMaster1.xml" Id="Rb15294968ca143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Jinmo Koo, HIGHST Urology. Vietnam MegaDerm Webinar, 21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Jinmo Koo, HIGHST Urology.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MegaDerm is a sheet acellular dermal matrix. HIGHST stocks hydrated and freeze-dried types. The stated thickness and sizes describe HIGHST's inventory. MegaFill is a micronized form of acellular dermal matrix. The photograph is supplied by HIGHST. Individual packages are not assigned type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https://lncbio.co.kr/theme/basic/images/L%26CBIO_catalog.pdf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preoperative evaluation includes the International Index of Erectile Function (IIEF) and the Premature Ejaculation Diagnostic Tool (PEDT).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https://pubmed.ncbi.nlm.nih.gov/9187685/</a:t>
            </a:r>
          </a:p>
          <a:p xmlns:a="http://schemas.openxmlformats.org/drawingml/2006/main">
            <a:r>
              <a:t>https://pubmed.ncbi.nlm.nih.gov/17568761/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Preoperative testing includes blood coagulation tests, complete blood count (CBC), prostate-specific antigen (PSA), blood glucose, glycated hemoglobin (HbA1c), HPV and syphilis testing, urine testing, liver function and inflammatory markers.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https://www.niddk.nih.gov/health-information/diagnostic-tests/a1c-test/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Physical examination includes penile length measurement in the flaccid and stretched states. Penile biothesiometry assesses vibration perception thresholds and penile sensitivity.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https://pubmed.ncbi.nlm.nih.gov/28874780/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Shaving and draping.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Case 1: Pubic Incision.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Case 2: Circumcision-line Incision.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Case 3: Secondary Dermal Grafting.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Case 4: Revision Surgery.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Case 5: Contour Step-off Correction.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categories are reported in published ADM augmentation literature. They do not represent HIGHST or MegaDerm-specific outcome data. No incidence rates are extrapolated to HIGHST.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https://pubmed.ncbi.nlm.nih.gov/31420614/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Postoperative care and dressing technique.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Thank you.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591661c50e4f0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37c77c5d104ef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d5df912d7540a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d5db95a404402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0d32ee2a6a46f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fc643f3de84b2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839395D-D49D-4CD3-97C4-9622F24AEA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2E6F663-1D3D-4F6A-BE43-0FC99250FE0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7954647-92D0-46E4-9EBC-D7F2CCD370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05A7C10-F321-428F-A91A-295881A16D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F2B1A68-0AD3-4772-A201-73BCF1479D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DD94B3F-52F6-4421-BF32-6C9AB3E590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17E2B0D-B345-41AC-9918-44B23EC2D2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361EDBA-A20A-421C-9157-908B6887C9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3391B42-6979-4628-8A95-69C0A8EF98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651E31C-FE02-4C81-BFB2-8EC6DAD34B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765a2078d84f41" /><Relationship Type="http://schemas.openxmlformats.org/officeDocument/2006/relationships/slideLayout" Target="/ppt/slideLayouts/slideLayout1.xml" Id="Ra86812ddddac4343" /><Relationship Type="http://schemas.openxmlformats.org/officeDocument/2006/relationships/slideLayout" Target="/ppt/slideLayouts/slideLayout2.xml" Id="R45fe544984204e36" /><Relationship Type="http://schemas.openxmlformats.org/officeDocument/2006/relationships/slideLayout" Target="/ppt/slideLayouts/slideLayout3.xml" Id="Rcff55ebd45e14879" /><Relationship Type="http://schemas.openxmlformats.org/officeDocument/2006/relationships/slideLayout" Target="/ppt/slideLayouts/slideLayout4.xml" Id="R89f22632ce334507" /><Relationship Type="http://schemas.openxmlformats.org/officeDocument/2006/relationships/slideLayout" Target="/ppt/slideLayouts/slideLayout5.xml" Id="R583c59f8679d4173" /><Relationship Type="http://schemas.openxmlformats.org/officeDocument/2006/relationships/slideLayout" Target="/ppt/slideLayouts/slideLayout6.xml" Id="R9b7025596a7a4f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6812ddddac4343"/>
    <p:sldLayoutId xmlns:r="http://schemas.openxmlformats.org/officeDocument/2006/relationships" id="2147483650" r:id="R45fe544984204e36"/>
    <p:sldLayoutId xmlns:r="http://schemas.openxmlformats.org/officeDocument/2006/relationships" id="2147483651" r:id="Rcff55ebd45e14879"/>
    <p:sldLayoutId xmlns:r="http://schemas.openxmlformats.org/officeDocument/2006/relationships" id="2147483652" r:id="R89f22632ce334507"/>
    <p:sldLayoutId xmlns:r="http://schemas.openxmlformats.org/officeDocument/2006/relationships" id="2147483653" r:id="R583c59f8679d4173"/>
    <p:sldLayoutId xmlns:r="http://schemas.openxmlformats.org/officeDocument/2006/relationships" id="2147483654" r:id="R9b7025596a7a4f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10e6ea6bc04009" /><Relationship Type="http://schemas.openxmlformats.org/officeDocument/2006/relationships/image" Target="/ppt/media/image.png" Id="R793aad6c0231431e" /><Relationship Type="http://schemas.openxmlformats.org/officeDocument/2006/relationships/image" Target="/ppt/media/image2.png" Id="Rf6629f945fff4372" /><Relationship Type="http://schemas.openxmlformats.org/officeDocument/2006/relationships/notesSlide" Target="/ppt/notesSlides/notesSlide1.xml" Id="Rf66acfe77e8042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a1adcb89114523" /><Relationship Type="http://schemas.openxmlformats.org/officeDocument/2006/relationships/image" Target="/ppt/media/image3.png" Id="Reca161ab0c244313" /><Relationship Type="http://schemas.openxmlformats.org/officeDocument/2006/relationships/notesSlide" Target="/ppt/notesSlides/notesSlide2.xml" Id="Rbb80361d0d3846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f311184ec5404e" /><Relationship Type="http://schemas.openxmlformats.org/officeDocument/2006/relationships/image" Target="/ppt/media/image4.png" Id="R27af8b4708104aed" /><Relationship Type="http://schemas.openxmlformats.org/officeDocument/2006/relationships/notesSlide" Target="/ppt/notesSlides/notesSlide3.xml" Id="R2f4d244f5fea48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27b95626344e32" /><Relationship Type="http://schemas.openxmlformats.org/officeDocument/2006/relationships/notesSlide" Target="/ppt/notesSlides/notesSlide4.xml" Id="R55fe8f41de1e41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5fd5219cb649fa" /><Relationship Type="http://schemas.openxmlformats.org/officeDocument/2006/relationships/notesSlide" Target="/ppt/notesSlides/notesSlide5.xml" Id="Rbdf85484286a4bc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6c76974a434612" /><Relationship Type="http://schemas.openxmlformats.org/officeDocument/2006/relationships/notesSlide" Target="/ppt/notesSlides/notesSlide6.xml" Id="R4751f7d2b3934e7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ec890b40ae4d3f" /><Relationship Type="http://schemas.openxmlformats.org/officeDocument/2006/relationships/notesSlide" Target="/ppt/notesSlides/notesSlide7.xml" Id="R7b9123e2ac3f4b9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52c5e16d554253" /><Relationship Type="http://schemas.openxmlformats.org/officeDocument/2006/relationships/notesSlide" Target="/ppt/notesSlides/notesSlide8.xml" Id="R1a80fb12afb849c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10f3168e014eb4" /><Relationship Type="http://schemas.openxmlformats.org/officeDocument/2006/relationships/notesSlide" Target="/ppt/notesSlides/notesSlide9.xml" Id="R05be5eb881cc471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7abfdc926746e5" /><Relationship Type="http://schemas.openxmlformats.org/officeDocument/2006/relationships/notesSlide" Target="/ppt/notesSlides/notesSlide10.xml" Id="R8aefb293268c431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9536fd8ee94f90" /><Relationship Type="http://schemas.openxmlformats.org/officeDocument/2006/relationships/notesSlide" Target="/ppt/notesSlides/notesSlide11.xml" Id="Ra95b55c1490f46e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405f2833214bd9" /><Relationship Type="http://schemas.openxmlformats.org/officeDocument/2006/relationships/notesSlide" Target="/ppt/notesSlides/notesSlide12.xml" Id="Rfb1f350a108148c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6ddef6da344fd2" /><Relationship Type="http://schemas.openxmlformats.org/officeDocument/2006/relationships/notesSlide" Target="/ppt/notesSlides/notesSlide13.xml" Id="R070c09212d84499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21cd253e7e4f5b" /><Relationship Type="http://schemas.openxmlformats.org/officeDocument/2006/relationships/notesSlide" Target="/ppt/notesSlides/notesSlide14.xml" Id="Ra9a81d0bcbb94db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3855ef60894c77" /><Relationship Type="http://schemas.openxmlformats.org/officeDocument/2006/relationships/notesSlide" Target="/ppt/notesSlides/notesSlide15.xml" Id="R335fc9e66a99434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648C0B-73C9-41D7-8E50-9557313C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0"/>
            <a:ext cx="4972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8F41BB-F309-43DF-BA41-FEF7B012F2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3aad6c0231431e"/>
          <a:stretch xmlns:a="http://schemas.openxmlformats.org/drawingml/2006/main"/>
        </p:blipFill>
        <p:spPr>
          <a:xfrm xmlns:a="http://schemas.openxmlformats.org/drawingml/2006/main">
            <a:off x="7695746" y="476250"/>
            <a:ext cx="3991884" cy="56769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4AEEA2-C8D0-4A6D-8ECA-DD8C6ACCF6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29f945fff4372"/>
          <a:stretch xmlns:a="http://schemas.openxmlformats.org/drawingml/2006/main"/>
        </p:blipFill>
        <p:spPr>
          <a:xfrm xmlns:a="http://schemas.openxmlformats.org/drawingml/2006/main">
            <a:off x="685800" y="602579"/>
            <a:ext cx="2333625" cy="661742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714A62-4565-4D7D-87D1-EE7C9564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VIETNAM UROLOGY WEBINAR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E7EEA2-078F-44A7-B345-7E494E49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6191250" cy="2257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MegaDerm</a:t>
            </a:r>
          </a:p>
          <a:p xmlns:a="http://schemas.openxmlformats.org/drawingml/2006/main">
            <a:pPr algn="l">
              <a:def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Penile</a:t>
            </a:r>
          </a:p>
          <a:p xmlns:a="http://schemas.openxmlformats.org/drawingml/2006/main">
            <a:pPr algn="l">
              <a:def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Augmentation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D89F8-0F42-4160-ACF7-48E1E14A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5143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Clinical Cases and Perioperative Care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19921F-8C67-40A8-93E4-A04ED39B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5372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5DCA50-1D17-4164-A5D4-AEAF3182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4832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Jinmo Koo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581D27-EAA7-4846-9BBD-15D439549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571500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21 October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DD0E79-2AF2-4795-83B6-9490720B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E7A65D-8EE3-461B-B311-A16BDCDE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535748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07987-FA31-46EE-AD2B-86C93DDAD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SPEAKER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7FFA0C-7B92-4CBB-8374-850A4E26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Jinmo Koo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C1B830-670A-444A-88E5-8F0585E2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HIGHST Urology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388E5D-873A-4070-8E11-BDDDBCFD3F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a161ab0c244313"/>
          <a:stretch xmlns:a="http://schemas.openxmlformats.org/drawingml/2006/main"/>
        </p:blipFill>
        <p:spPr>
          <a:xfrm xmlns:a="http://schemas.openxmlformats.org/drawingml/2006/main">
            <a:off x="685800" y="4812204"/>
            <a:ext cx="2571750" cy="72926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D580E6-13FD-4339-BDCD-FB06996B0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9B47D2-32A3-4A13-A423-FC0EAF9B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319396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7FCB24-9ECE-4CC6-B77F-61DA80B0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MATERIALS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B66BA6-D414-491D-B8BD-C2E8155C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MegaDerm &amp; MegaFill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87B246-56A2-4756-A1E9-D00536DA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497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9FF49B-A0E3-4832-8C84-B63B4826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497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4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MegaDerm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7CD566-C71A-468D-B735-C5A253C2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14675"/>
            <a:ext cx="4972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Acellular dermal matrix</a:t>
            </a:r>
          </a:p>
          <a:p xmlns:a="http://schemas.openxmlformats.org/drawingml/2006/main">
            <a:pPr algn="l"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Hydrated / Freeze-dried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96D9CF-F823-451E-A23F-A9B279FB8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497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EE11E7-CE6E-42D6-967B-5185AAA6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497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4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MegaFill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AA8221-C154-4224-B78F-AD42264C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4972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Micronized acellular dermal matrix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F8B8B8-3DAC-4347-886F-66B7C4D6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33625"/>
            <a:ext cx="5257800" cy="3209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484EB4-504E-4742-99BC-9C5932E05F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f8b4708104aed"/>
          <a:stretch xmlns:a="http://schemas.openxmlformats.org/drawingml/2006/main"/>
        </p:blipFill>
        <p:spPr>
          <a:xfrm xmlns:a="http://schemas.openxmlformats.org/drawingml/2006/main">
            <a:off x="6343650" y="2507820"/>
            <a:ext cx="5067300" cy="2861534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F5FE8A-9DB5-400B-A150-5D92D850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MegaDerm stock at HIGHST: 3–5 mm / 5 × 6, 5 × 8, 5 × 10, 6 × 12 cm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2DAF32-A15C-455D-A1F9-AC6F44E5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EE0DA4-2D05-4988-B71D-1CEA10F0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055296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AA0022-DD13-45D0-BC2F-A3449491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65A820-9910-45C7-91CD-9E67BF6A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Patient Questionnaires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4D8CB1-3846-4499-B8BE-42F61457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AE86BB-D594-4513-A38A-5D650C72A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510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IIEF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A4FA4-56BF-4714-96BB-BB0B5381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5105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International Index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of Erectile Function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F4BE7C-FD7B-482A-A32C-70636D43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8C4670-C6BD-4D18-A188-139076D7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10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PEDT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D00A63-7BB0-4615-AB0E-F051FD51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81400"/>
            <a:ext cx="5105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Premature Ejaculation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Diagnostic Tool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47B59C-6213-4935-B87C-3EE828B0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2E39E0-9977-44A7-844D-49B907D4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757284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E004C7-C6E1-4BD6-9BCA-F55709412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BEA06B-D55C-4A00-BB7A-B5213116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Laboratory &amp; Infection Screening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AA0EDF-1A5E-4F0C-A552-E1200001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6E07AB-4AFB-4263-8AFD-97D08060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510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Blood tests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1A0C1A-19EE-4EE3-BD0A-0CB0C917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5105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Blood coagulation tests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Complete blood count (CBC)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Prostate-specific antigen (PSA)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Blood glucose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HbA1c (glycated hemoglobin)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E2BE41-1A97-407D-8BCE-8FF27289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8D699B-FFBF-4B98-8A63-F6995239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10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Screening and other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FBA711-1AB7-4525-8C13-CAE2FD70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81400"/>
            <a:ext cx="5105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HPV testing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Syphilis testing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Urine testing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Liver function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Inflammatory markers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627766-1237-443B-8B59-6C1FCBD5A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CFD999-051C-4A10-9EB2-D55006D3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156514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2434EC-19DE-4D6A-AB3A-B19B1BD2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CD4669-F803-4046-B6EB-814E74DE1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Physical Examination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56667A-9038-4A0B-AD7F-2B1DB9C4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890DB3-F300-404C-8BDE-0835AB95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510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Penile length measurement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008967-A486-4A1E-B234-964AF1E1E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5105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Flaccid length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Stretched length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1FE98F-6ED5-4843-ADC5-684446B0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BA10C6-9C2B-4E6E-B5DE-3A4FA01F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10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Penile biothesiometry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54203E-E280-47F4-A7D1-41930245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81400"/>
            <a:ext cx="5105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Vibration perception threshold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Penile sensitivity assessment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E806AB-2164-429B-9F32-4057998F2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2B9849-6BBE-4B2E-8AF3-FB699D02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257676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2DDA7C-34D0-48F5-BD0E-5A0C67E9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7200"/>
            <a:ext cx="853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PREPARATION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5EFA1F-34D2-44CB-B1BF-388071CB6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7239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Surgical Preparation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70D052-440D-4B96-AA54-5D569985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8001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Shaving and Draping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407DEF-901D-45B7-B7A6-327DD30E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3350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9741D-EE05-4313-85B3-023F0B08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6429375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872958-A1BA-4EEB-B131-A9406873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64293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895196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C2E6DC-5C34-4B41-BBF9-9A7526D2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7200"/>
            <a:ext cx="853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CLINICAL CASES / CASE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645EF8-1C29-4CE0-929E-B1BEECA0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7239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Pubic Incision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C61C12-295B-45E6-8BA7-545739BC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3350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B46B4E-1899-4CE3-A433-0DD55D8B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6429375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EC7BEE-0AFC-4E0E-A4C2-97D5B6B4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64293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93697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BAE02E-3ABD-452E-B0C7-CB24C147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7200"/>
            <a:ext cx="853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CLINICAL CASES / CASE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C70D2A-95EE-4839-B015-8CE59F1F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7239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Circumcision-line Incision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DE4336-45AD-4BC9-9BC3-F8B2F492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3350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B8FA47-E236-4D10-B2EA-D9E8C70B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6429375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F8A071-05BC-4181-A71E-736D0B58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64293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452036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1FF944-C150-4032-8750-5E3E7B81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7200"/>
            <a:ext cx="853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CLINICAL CASES / CASE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830F39-BB8F-4AD4-8CF1-E2911FD3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7239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Secondary Dermal Grafting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0D1F8E-9251-4DD2-A93F-41685FCE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3350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5F0B8-7E56-4545-A9F0-1597A635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6429375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C86206-42D1-46C3-894D-E261C5F7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64293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3675163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BB6511-BCB9-4EDB-902C-D14E5D0A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7200"/>
            <a:ext cx="853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CLINICAL CASES / CASE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EB2940-CDF5-4C77-BB07-D8CF9F00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7239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Revision Surgery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5FD943-5ECD-4EB3-8138-DD531146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3350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FA3163-787F-4F12-B0EC-CAB2F610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6429375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091480-189B-412B-BF8C-967625C3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64293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531980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B2A987-EE4F-45DB-8C6E-90EB2C79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7200"/>
            <a:ext cx="853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90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CLINICAL CASES / CASE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0AA016-F50C-4944-97EA-00E5CCDD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7239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Contour Step-off Correction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073A16-2AD2-46E9-B8AA-D33D14D4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3350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8BE1E-6866-4976-8DC4-E79F2EB5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6429375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1726C8-ACF6-408C-8D3C-9C1F7476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64293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040000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2E191D-7336-4DB9-B268-B7216A0A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COMPLICATIONS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F0782A-E1B0-4BF8-855C-18CF3C04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Potential Complications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4F1F8-80BE-4563-B110-6098E2C7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A107B3-7E94-4B2E-8028-FEA1C353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DD27E2-F500-4ED8-9505-D276EBED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Bleeding and swelling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D8330C-0DD1-4ABE-B4EE-6E3337FD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Hematoma, foreskin edema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508963-195E-4724-88B5-109A29C12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D120B8-024B-4F3F-8E96-0D14CD03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C33146-4816-4067-9EF7-E7AB53EB7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Wound complications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461150-9CC1-499B-AA2A-B28EFF32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Delayed healing, infection, skin necrosis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649BD-392F-463F-86E3-5773883A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9E8520-E7B6-4D97-A2DE-19756FA4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9DE631-044A-4A6C-9B29-9A078C94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Contour and discomfort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4986BF-289E-4DE8-BA6B-CDD65566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Graft contour irregularity, discomfort during erection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F9D265-65A1-4CCF-90D3-64773DF0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Reported in ADM augmentation literature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0F12B0-1BC2-4F42-AB62-0C81B88B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516406-1151-4153-9673-566EF769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12917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0A59E1-F940-4EF4-B1B0-03BFF727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AFTERCARE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059704-BF9D-4476-A53F-9068E39A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Postoperative Care &amp; Dressing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7F6238-F637-4181-9312-29F29E77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820A87-935E-46E2-969E-27889E52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510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Postoperative care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E39A4D-51E8-429F-AA98-4496C97E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5105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FCC4A0-9F04-4C02-A2EB-5560743E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A19D5C-5856-4765-B56B-6AF065352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10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Dressing technique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ED762A-B297-481B-B723-4E6C8DEC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81400"/>
            <a:ext cx="5105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299D4A-09D9-4ABE-9BB8-CF80FC91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DDCECE-C53C-47E9-8360-E925B12D2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6447027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B2F49-F468-4FEA-B20B-856325D8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DISCUSSION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5D2108-A3E5-40EE-892B-58730E6B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Questions &amp; Answers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ABFAE3-A340-40E6-A2D7-CA9D22E9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2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32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398BBC-1C37-438D-82DD-A6E7525B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CE5B8A-78B8-4DD4-8797-23EF34B4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412103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2026-10-12T05:22:25.0520000Z</dcterms:created>
  <dcterms:modified xsi:type="dcterms:W3CDTF">2026-10-12T05:22:25.0520000Z</dcterms:modified>
</coreProperties>
</file>