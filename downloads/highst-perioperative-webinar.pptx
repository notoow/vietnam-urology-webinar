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7d77efce614409" /><Relationship Type="http://schemas.openxmlformats.org/officeDocument/2006/relationships/extended-properties" Target="/docProps/app.xml" Id="R03faf9f5532c40e6" /><Relationship Type="http://schemas.openxmlformats.org/officeDocument/2006/relationships/officeDocument" Target="/ppt/presentation.xml" Id="R5e659d80379842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cca2339b0745d5"/>
  </p:sldMasterIdLst>
  <p:notesMasterIdLst>
    <p:notesMasterId xmlns:r="http://schemas.openxmlformats.org/officeDocument/2006/relationships" r:id="Rb73c3fa6615b4094"/>
  </p:notesMasterIdLst>
  <p:sldIdLst>
    <p:sldId xmlns:r="http://schemas.openxmlformats.org/officeDocument/2006/relationships" id="256" r:id="Rc6675f97d6ab4d92"/>
    <p:sldId xmlns:r="http://schemas.openxmlformats.org/officeDocument/2006/relationships" id="257" r:id="R6ca85a7fdef54dc8"/>
    <p:sldId xmlns:r="http://schemas.openxmlformats.org/officeDocument/2006/relationships" id="258" r:id="Rc26acf5f1c564da5"/>
    <p:sldId xmlns:r="http://schemas.openxmlformats.org/officeDocument/2006/relationships" id="259" r:id="R74405e35741c4b0e"/>
    <p:sldId xmlns:r="http://schemas.openxmlformats.org/officeDocument/2006/relationships" id="260" r:id="R133da9dfdc8243e7"/>
    <p:sldId xmlns:r="http://schemas.openxmlformats.org/officeDocument/2006/relationships" id="261" r:id="R0778751e8bcd40dd"/>
    <p:sldId xmlns:r="http://schemas.openxmlformats.org/officeDocument/2006/relationships" id="262" r:id="R7f87b04a50f2468e"/>
    <p:sldId xmlns:r="http://schemas.openxmlformats.org/officeDocument/2006/relationships" id="263" r:id="R7a568f22282544be"/>
    <p:sldId xmlns:r="http://schemas.openxmlformats.org/officeDocument/2006/relationships" id="264" r:id="R1970b293a238427f"/>
    <p:sldId xmlns:r="http://schemas.openxmlformats.org/officeDocument/2006/relationships" id="265" r:id="R0b4f76b2b5c74266"/>
    <p:sldId xmlns:r="http://schemas.openxmlformats.org/officeDocument/2006/relationships" id="266" r:id="R6356119bf56a423e"/>
    <p:sldId xmlns:r="http://schemas.openxmlformats.org/officeDocument/2006/relationships" id="267" r:id="Ra74d322a2cd8447e"/>
    <p:sldId xmlns:r="http://schemas.openxmlformats.org/officeDocument/2006/relationships" id="268" r:id="R40ff92a41776400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6838698406401f" /><Relationship Type="http://schemas.openxmlformats.org/officeDocument/2006/relationships/slideMaster" Target="/ppt/slideMasters/slideMaster1.xml" Id="R77cca2339b0745d5" /><Relationship Type="http://schemas.openxmlformats.org/officeDocument/2006/relationships/notesMaster" Target="/ppt/notesMasters/notesMaster1.xml" Id="Rb73c3fa6615b4094" /><Relationship Type="http://schemas.openxmlformats.org/officeDocument/2006/relationships/presProps" Target="/ppt/presProps.xml" Id="R643e0fc2ebcc432e" /><Relationship Type="http://schemas.openxmlformats.org/officeDocument/2006/relationships/tableStyles" Target="/ppt/tableStyles.xml" Id="Re5ef8db6ddf34222" /><Relationship Type="http://schemas.openxmlformats.org/officeDocument/2006/relationships/slide" Target="/ppt/slides/slide1.xml" Id="Rc6675f97d6ab4d92" /><Relationship Type="http://schemas.openxmlformats.org/officeDocument/2006/relationships/slide" Target="/ppt/slides/slide2.xml" Id="R6ca85a7fdef54dc8" /><Relationship Type="http://schemas.openxmlformats.org/officeDocument/2006/relationships/slide" Target="/ppt/slides/slide3.xml" Id="Rc26acf5f1c564da5" /><Relationship Type="http://schemas.openxmlformats.org/officeDocument/2006/relationships/slide" Target="/ppt/slides/slide4.xml" Id="R74405e35741c4b0e" /><Relationship Type="http://schemas.openxmlformats.org/officeDocument/2006/relationships/slide" Target="/ppt/slides/slide5.xml" Id="R133da9dfdc8243e7" /><Relationship Type="http://schemas.openxmlformats.org/officeDocument/2006/relationships/slide" Target="/ppt/slides/slide6.xml" Id="R0778751e8bcd40dd" /><Relationship Type="http://schemas.openxmlformats.org/officeDocument/2006/relationships/slide" Target="/ppt/slides/slide7.xml" Id="R7f87b04a50f2468e" /><Relationship Type="http://schemas.openxmlformats.org/officeDocument/2006/relationships/slide" Target="/ppt/slides/slide8.xml" Id="R7a568f22282544be" /><Relationship Type="http://schemas.openxmlformats.org/officeDocument/2006/relationships/slide" Target="/ppt/slides/slide9.xml" Id="R1970b293a238427f" /><Relationship Type="http://schemas.openxmlformats.org/officeDocument/2006/relationships/slide" Target="/ppt/slides/slide10.xml" Id="R0b4f76b2b5c74266" /><Relationship Type="http://schemas.openxmlformats.org/officeDocument/2006/relationships/slide" Target="/ppt/slides/slide11.xml" Id="R6356119bf56a423e" /><Relationship Type="http://schemas.openxmlformats.org/officeDocument/2006/relationships/slide" Target="/ppt/slides/slide12.xml" Id="Ra74d322a2cd8447e" /><Relationship Type="http://schemas.openxmlformats.org/officeDocument/2006/relationships/slide" Target="/ppt/slides/slide13.xml" Id="R40ff92a4177640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ee95ca30ad4d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3d59c2e737453a" /><Relationship Type="http://schemas.openxmlformats.org/officeDocument/2006/relationships/notesMaster" Target="/ppt/notesMasters/notesMaster1.xml" Id="R404f88409bdf4d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4583c36bbb4906" /><Relationship Type="http://schemas.openxmlformats.org/officeDocument/2006/relationships/notesMaster" Target="/ppt/notesMasters/notesMaster1.xml" Id="Rfd2e2b01bf444a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e2d1d1ae634576" /><Relationship Type="http://schemas.openxmlformats.org/officeDocument/2006/relationships/notesMaster" Target="/ppt/notesMasters/notesMaster1.xml" Id="Rb5d287aa7e5e45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242b0fff2d4173" /><Relationship Type="http://schemas.openxmlformats.org/officeDocument/2006/relationships/notesMaster" Target="/ppt/notesMasters/notesMaster1.xml" Id="R84ad3f0373ba42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c01d5661a945c4" /><Relationship Type="http://schemas.openxmlformats.org/officeDocument/2006/relationships/notesMaster" Target="/ppt/notesMasters/notesMaster1.xml" Id="R27b85b325cc04b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bb171dfd124d4e" /><Relationship Type="http://schemas.openxmlformats.org/officeDocument/2006/relationships/notesMaster" Target="/ppt/notesMasters/notesMaster1.xml" Id="R58013f0c7e924e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19d299f8f24a0d" /><Relationship Type="http://schemas.openxmlformats.org/officeDocument/2006/relationships/notesMaster" Target="/ppt/notesMasters/notesMaster1.xml" Id="Rcccb59bcf11f4f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e5e41f2af24ed1" /><Relationship Type="http://schemas.openxmlformats.org/officeDocument/2006/relationships/notesMaster" Target="/ppt/notesMasters/notesMaster1.xml" Id="R34608488f19241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568e69cc3c4da8" /><Relationship Type="http://schemas.openxmlformats.org/officeDocument/2006/relationships/notesMaster" Target="/ppt/notesMasters/notesMaster1.xml" Id="Rf4d32d6f5f644a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c42d7e1b8642ab" /><Relationship Type="http://schemas.openxmlformats.org/officeDocument/2006/relationships/notesMaster" Target="/ppt/notesMasters/notesMaster1.xml" Id="R5ee3dd287e214d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3ffd58e5494922" /><Relationship Type="http://schemas.openxmlformats.org/officeDocument/2006/relationships/notesMaster" Target="/ppt/notesMasters/notesMaster1.xml" Id="R93ebe263638343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edb8a5241b44dc" /><Relationship Type="http://schemas.openxmlformats.org/officeDocument/2006/relationships/notesMaster" Target="/ppt/notesMasters/notesMaster1.xml" Id="Rea9d9965c975411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d197c9a5a3f488b" /><Relationship Type="http://schemas.openxmlformats.org/officeDocument/2006/relationships/notesMaster" Target="/ppt/notesMasters/notesMaster1.xml" Id="R7676ea7a38b342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Welcome / Jinmo Koo / HIGHST / MegaDerm / Clinical cases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Korea University / HIGHST / Ewha Mokdong / Training / TAA award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MegaDerm sheet / Hydrated or dry / 3–5 mm / Sizes / MegaFill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IIEF/PEDT / PT/PTT, TTT, CBC, PSA / BST/HbA1c / HIV, syphilis / Urine, liver / Length, sensitivity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Shaving / Draping / First case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Pubic incision / Background / Incision choice / Video / Key points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Circumcision line / Background / Video / Compare approaches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Previous procedure / Reason for second graft / Video / Key points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Previous surgery / Reason for revision / Findings / Video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Contour step-off / Location / Correction / Video / Key points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Published ADM reports / Hematoma, edema / Wound / Contour, discomfort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Care instructions / Dressing video / Follow-up / Questions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Thank you / Questions / Clarify / Discussion / Closing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2e939298904bf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bcc25c391b45f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a72db0c5754c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e844243e0749b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d53e08ce1e47d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dd241bfb4845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E9E892-EF78-4E24-A30F-5E61FEB5DA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D5B5325-8445-470E-9E66-9642E15EBE9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B862DED-DA8D-43D6-8F51-4E770C3572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700B97-132B-444E-8C2F-9D6926BAAB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5B83C84-1341-4E1C-882D-2B52067017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7F1E8E9-CC67-4828-B875-2C7BB7A5FD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C2F0D8A-F036-412B-86AB-65CE72D965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F3E2F59-4D85-4BF1-8AA5-02FF893C98B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4610F45-6699-4CAF-AFB4-73CB103DA9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E675CDB-0795-49A7-8A09-1E68A44355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1be02358d44973" /><Relationship Type="http://schemas.openxmlformats.org/officeDocument/2006/relationships/slideLayout" Target="/ppt/slideLayouts/slideLayout1.xml" Id="R79ae4f223bc04e31" /><Relationship Type="http://schemas.openxmlformats.org/officeDocument/2006/relationships/slideLayout" Target="/ppt/slideLayouts/slideLayout2.xml" Id="Reca0c13d1b5b47f3" /><Relationship Type="http://schemas.openxmlformats.org/officeDocument/2006/relationships/slideLayout" Target="/ppt/slideLayouts/slideLayout3.xml" Id="R0569b75d796f4fb5" /><Relationship Type="http://schemas.openxmlformats.org/officeDocument/2006/relationships/slideLayout" Target="/ppt/slideLayouts/slideLayout4.xml" Id="Rd9c288ec90d043e0" /><Relationship Type="http://schemas.openxmlformats.org/officeDocument/2006/relationships/slideLayout" Target="/ppt/slideLayouts/slideLayout5.xml" Id="Rab9d62db7eb341b5" /><Relationship Type="http://schemas.openxmlformats.org/officeDocument/2006/relationships/slideLayout" Target="/ppt/slideLayouts/slideLayout6.xml" Id="Ra53d9d37a23e4e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ae4f223bc04e31"/>
    <p:sldLayoutId xmlns:r="http://schemas.openxmlformats.org/officeDocument/2006/relationships" id="2147483650" r:id="Reca0c13d1b5b47f3"/>
    <p:sldLayoutId xmlns:r="http://schemas.openxmlformats.org/officeDocument/2006/relationships" id="2147483651" r:id="R0569b75d796f4fb5"/>
    <p:sldLayoutId xmlns:r="http://schemas.openxmlformats.org/officeDocument/2006/relationships" id="2147483652" r:id="Rd9c288ec90d043e0"/>
    <p:sldLayoutId xmlns:r="http://schemas.openxmlformats.org/officeDocument/2006/relationships" id="2147483653" r:id="Rab9d62db7eb341b5"/>
    <p:sldLayoutId xmlns:r="http://schemas.openxmlformats.org/officeDocument/2006/relationships" id="2147483654" r:id="Ra53d9d37a23e4e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136a939af546b7" /><Relationship Type="http://schemas.openxmlformats.org/officeDocument/2006/relationships/image" Target="/ppt/media/image.png" Id="R47781616cb744a36" /><Relationship Type="http://schemas.openxmlformats.org/officeDocument/2006/relationships/image" Target="/ppt/media/image2.png" Id="Re82db9e8d7ed4b2d" /><Relationship Type="http://schemas.openxmlformats.org/officeDocument/2006/relationships/notesSlide" Target="/ppt/notesSlides/notesSlide1.xml" Id="Rf112aa33f71146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ec8f0d261d45fe" /><Relationship Type="http://schemas.openxmlformats.org/officeDocument/2006/relationships/image" Target="/ppt/media/image3.png" Id="R1734c51700394497" /><Relationship Type="http://schemas.openxmlformats.org/officeDocument/2006/relationships/image" Target="/ppt/media/image4.png" Id="R4bd00ef6fc044248" /><Relationship Type="http://schemas.openxmlformats.org/officeDocument/2006/relationships/notesSlide" Target="/ppt/notesSlides/notesSlide2.xml" Id="R437c47ac894947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d18f09cdac400a" /><Relationship Type="http://schemas.openxmlformats.org/officeDocument/2006/relationships/image" Target="/ppt/media/image5.png" Id="R96e20ec8a92e4add" /><Relationship Type="http://schemas.openxmlformats.org/officeDocument/2006/relationships/image" Target="/ppt/media/image6.png" Id="R5d4a048dc97f4179" /><Relationship Type="http://schemas.openxmlformats.org/officeDocument/2006/relationships/notesSlide" Target="/ppt/notesSlides/notesSlide3.xml" Id="R3e14f5d90cd945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5cce9333944170" /><Relationship Type="http://schemas.openxmlformats.org/officeDocument/2006/relationships/image" Target="/ppt/media/image7.png" Id="R201f43f578034ad9" /><Relationship Type="http://schemas.openxmlformats.org/officeDocument/2006/relationships/notesSlide" Target="/ppt/notesSlides/notesSlide4.xml" Id="R0dbc41a3973649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c6983955fd47e1" /><Relationship Type="http://schemas.openxmlformats.org/officeDocument/2006/relationships/image" Target="/ppt/media/image8.png" Id="R4eb85cda61de4076" /><Relationship Type="http://schemas.openxmlformats.org/officeDocument/2006/relationships/notesSlide" Target="/ppt/notesSlides/notesSlide5.xml" Id="Re8f01f794cbe4b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e5684b20eb411f" /><Relationship Type="http://schemas.openxmlformats.org/officeDocument/2006/relationships/image" Target="/ppt/media/image9.png" Id="R681c88229aad4e76" /><Relationship Type="http://schemas.openxmlformats.org/officeDocument/2006/relationships/notesSlide" Target="/ppt/notesSlides/notesSlide6.xml" Id="R633dd09159da44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0e7956bee943a8" /><Relationship Type="http://schemas.openxmlformats.org/officeDocument/2006/relationships/image" Target="/ppt/media/image10.png" Id="Rc2441ce8996540fe" /><Relationship Type="http://schemas.openxmlformats.org/officeDocument/2006/relationships/notesSlide" Target="/ppt/notesSlides/notesSlide7.xml" Id="R899aa8bc896c4a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331d1994324f0d" /><Relationship Type="http://schemas.openxmlformats.org/officeDocument/2006/relationships/image" Target="/ppt/media/image11.png" Id="R6f09ccd82f074301" /><Relationship Type="http://schemas.openxmlformats.org/officeDocument/2006/relationships/notesSlide" Target="/ppt/notesSlides/notesSlide8.xml" Id="Ra6c00280ad3c48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b0b810f87a4a2c" /><Relationship Type="http://schemas.openxmlformats.org/officeDocument/2006/relationships/image" Target="/ppt/media/image12.png" Id="Rf608218fa8ea46d5" /><Relationship Type="http://schemas.openxmlformats.org/officeDocument/2006/relationships/notesSlide" Target="/ppt/notesSlides/notesSlide9.xml" Id="Re542635dfe1b46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fd3d127f274a03" /><Relationship Type="http://schemas.openxmlformats.org/officeDocument/2006/relationships/image" Target="/ppt/media/image13.png" Id="R8a983fa4336b4d30" /><Relationship Type="http://schemas.openxmlformats.org/officeDocument/2006/relationships/notesSlide" Target="/ppt/notesSlides/notesSlide10.xml" Id="R4cbe704431ef4c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ed7de6d9b2455a" /><Relationship Type="http://schemas.openxmlformats.org/officeDocument/2006/relationships/image" Target="/ppt/media/image14.png" Id="R5267abb327f64f46" /><Relationship Type="http://schemas.openxmlformats.org/officeDocument/2006/relationships/notesSlide" Target="/ppt/notesSlides/notesSlide11.xml" Id="Rdbe206dd32564c2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31606b0a3a41f0" /><Relationship Type="http://schemas.openxmlformats.org/officeDocument/2006/relationships/image" Target="/ppt/media/image15.png" Id="R582701f7941648f7" /><Relationship Type="http://schemas.openxmlformats.org/officeDocument/2006/relationships/notesSlide" Target="/ppt/notesSlides/notesSlide12.xml" Id="R7b88148218fd462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c9fad074274bee" /><Relationship Type="http://schemas.openxmlformats.org/officeDocument/2006/relationships/image" Target="/ppt/media/image16.png" Id="R8ae438da2db74641" /><Relationship Type="http://schemas.openxmlformats.org/officeDocument/2006/relationships/notesSlide" Target="/ppt/notesSlides/notesSlide13.xml" Id="Rb2df500c7cb046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05C272-F2EF-40A1-A40C-4A368CD893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781616cb744a36"/>
          <a:stretch xmlns:a="http://schemas.openxmlformats.org/drawingml/2006/main"/>
        </p:blipFill>
        <p:spPr>
          <a:xfrm xmlns:a="http://schemas.openxmlformats.org/drawingml/2006/main">
            <a:off x="693275" y="609600"/>
            <a:ext cx="1813850" cy="51435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533956-48E5-46DF-83C1-BF88F05D99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2db9e8d7ed4b2d"/>
          <a:srcRect xmlns:a="http://schemas.openxmlformats.org/drawingml/2006/main" l="33753" t="0" r="337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48650" y="609600"/>
            <a:ext cx="3257550" cy="56388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15C424-B320-4323-AB3E-686C20D92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Vietnam Urology Webinar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3AC662-D6C9-426D-A7F2-75165A88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62175"/>
            <a:ext cx="702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MegaDerm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37809F-8F94-4618-B927-73603A27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708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Penile Augmentation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ADAA83-6BE3-4991-B3B6-A608878D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702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Clinical cases and perioperative care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ED0DB-0859-4B19-A417-DD711629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702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0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3D3B92-79B3-498C-9949-3304472E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7029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HIGHST Urology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C0FEE1-0E66-4269-A8FA-CC7D7B03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34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21 October 2026</a:t>
            </a:r>
          </a:p>
        </p:txBody>
      </p:sp>
    </p:spTree>
    <p:extLst>
      <p:ext uri="{BB962C8B-B14F-4D97-AF65-F5344CB8AC3E}">
        <p14:creationId xmlns:p14="http://schemas.microsoft.com/office/powerpoint/2010/main" val="9691261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7CB6F6-9186-4C74-BBFB-CCA5F9211B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34c5170039449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14350"/>
            <a:ext cx="1000125" cy="128587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A4705-EBF3-48BE-9945-AA88EE0D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2450"/>
            <a:ext cx="7296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775FB3-712F-4A74-A60B-A48825A9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43000"/>
            <a:ext cx="7296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HIGHST Urology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C38E57-71E9-4A19-B213-38D7FB3B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09725"/>
            <a:ext cx="7296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Graduate, Korea University College of Medicine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78B16B-D63D-40F1-A19C-4DEA56A1FB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d00ef6fc044248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823170-2805-4EC7-AC5D-BB5A6676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28C138-953F-4E34-BC50-5292F05F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Clinical &amp; academic appointments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94A16F-78E8-40D4-8580-B54E4FD3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Chief Director, HIGHST Urology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CA95E4-6439-48E4-B5D6-D8CD6843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Former Chief Director, PROUD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03981-F337-45CD-82FA-727D8D51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Adjunct Professor of Urology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3CF544-C2D2-461F-BEF6-6B90EE21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Ewha Womans University Mokdong Hospital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1660CB-E159-47AE-8871-41604EF2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Professional memberships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2BBCD7-92A9-44FB-8D4E-664900D0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863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Korean Urological Association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EA2AAA-F1E4-4F7C-BD57-D5B6C6A7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International Society for Sexual Medicine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3D25C-1F59-416E-9A41-818A01A4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Asia Pacific Society for Sexual Medicine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3D33AE-C429-439A-A464-350A022D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003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Training, appointments &amp; recognition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33CD06-84BE-4882-9340-0804FDBF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289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UCI, USA: Erectile dysfunction training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448834-0592-456D-8800-00CAC210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718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Coloplast Reference Doctor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C543EF-CF3E-4BC5-ACD7-CAA859FF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147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Boston Scientific designated physician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4D10FD-8383-4A98-996D-6193C626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814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Center of Education / Center of Excellence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154E91-31A1-467C-9854-816A7D04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243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Rigicon Certificate of Recognition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6BAAF9-0BE8-4BE5-B5E4-6579C2BA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672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Litemed / Hsing-Chi Training Center physician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2FD9D9-0FE9-4963-BC1B-0E32D648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101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L&amp;C Bio international training consultant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A0E869-8F91-4E5B-A377-0DA6410C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9590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Outstanding Presentation Award (2024)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FCDEE1-F359-482F-AEEC-B87EA989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6260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Taiwan Andrology Association (TAA)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95E841-C616-4144-95CE-ECAEB2E4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5BCE21-B111-4371-91CE-45E03D8A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661299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0A146D-503A-4F31-AE68-70C5C112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"/>
            <a:ext cx="866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MegaDerm &amp; MegaFill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4739DC-00A7-487B-A6C0-3AEA5E1ED1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20ec8a92e4add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7CA90-ED40-4950-8277-78751164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CAE30-5693-452A-A416-A88EB2BB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MegaDerm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1EE50-9784-4471-9B7D-21214CCC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Acellular dermal matrix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B7C2C0-12E0-4906-98A5-D2755DBF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Hydrated / Freeze-dried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F0B2E-0FA6-4F4D-8066-DB149A44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MegaFill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3AC9BE-292C-4EE7-8D63-A38891B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Micronized acellular dermal matrix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2DC61D-3EE4-41F1-A7B6-B966AC9970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4a048dc97f4179"/>
          <a:stretch xmlns:a="http://schemas.openxmlformats.org/drawingml/2006/main"/>
        </p:blipFill>
        <p:spPr>
          <a:xfrm xmlns:a="http://schemas.openxmlformats.org/drawingml/2006/main">
            <a:off x="6172200" y="1999129"/>
            <a:ext cx="5334000" cy="301214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B9E43D-46D2-426E-BCE3-BF735635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MegaDerm stock at HIGHST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023758-E83C-490B-B751-A77724DE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47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3–5 mm thick     5 × 6, 5 × 8, 5 × 10, 6 × 12 cm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37B190-E5B9-4799-BBE9-8A3C338E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E0A851-AE81-4B5B-AF67-8F1C85E6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728651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DABB0F-1054-45FE-A386-ABC8943C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"/>
            <a:ext cx="866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Preoperative Evaluation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07610-0E65-42A7-9E81-20B4FF953D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1f43f578034ad9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77DDC-589B-4034-A322-3B5E3B85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A320B2-90C1-4B84-9C35-F4E391B7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4705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Questionnaires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40AA00-E6CB-47E0-BD77-14062B03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62175"/>
            <a:ext cx="4705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IIEF / PEDT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CF7857-3E02-4FCB-89C0-FCF5E0F2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55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International Index of Erectile Function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4620F-CFE5-478D-8C6F-B3CD506D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Premature Ejaculation Diagnostic Tool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F5D4A1-E721-416F-AD2E-2362F178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81425"/>
            <a:ext cx="4705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Physical examination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B2AD54-830B-44D0-BD3E-21A1ED60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705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Penile length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26C23-A2A2-4D43-BB1F-30B0EB79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470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Flaccid and stretched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8C101-7FC2-427F-95D6-02B35DDE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4705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Penile biothesiometry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6927AC-694D-4CBA-973C-F2A7CEF5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470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Vibration perception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68F18-9FB0-48DE-A8C0-19DCF7E6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33550"/>
            <a:ext cx="9525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E17CEB-463E-4964-B13D-567D08F4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33550"/>
            <a:ext cx="5162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Laboratory tests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766E4B-FBC9-4F8E-A34C-6BF34CEE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383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Blood coagulation tests (PT/PTT)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4572E4-C0D4-47B0-88BD-D6965D83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003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TTT (testosterone)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D0E842-F06A-4300-96E9-999D4A3C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622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Complete blood count (CBC)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DBC677-5B2C-4C23-AEB1-64EEADB4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242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Prostate-specific antigen (PSA)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7AA688-6CDE-481A-990A-3393D19B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861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Blood glucose (BST/HbA1c)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792210-B62C-4F9B-B391-3BD025C6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481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HIV testing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5F5D27-90E1-4C2C-B669-77650748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100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Syphilis testing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3286E7-AC0F-4E3E-9B5B-901E9D16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720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Urine testing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7D45AB-E605-4CF6-97AC-CFD78515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339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Liver enzymes (GOT/GPT/GGT)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A55BF0-3D99-4B32-A17F-93230049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4959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Inflammatory markers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F2EACC-ABF7-405F-884A-2B6DEDBD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EA73F5-AD5F-44F7-968F-88A7FBB2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860803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A7FABA-BADA-4509-B3DC-C94031DE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Shaving and Draping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62A64F-C44C-4E0B-B772-0A923CF8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Surgical Preparation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04E05-3E13-470B-A72B-F1A8C208A5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b85cda61de4076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52B39B-6D6F-4A8F-A449-E80F80D0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C28A-87EB-4A6F-A3B7-9F2263FD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62AE3-8968-4D56-B397-3034DAA8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429302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C4A1C-9E17-46C3-90F0-FD14B2AD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3AA946-BBC0-4830-931C-7B052E47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Pubic Incision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8FA552-0D12-4D73-B734-F204F76DB6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1c88229aad4e76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7E2704-524A-4519-86EA-B0AF2F45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9E30B7-0B8D-4E94-A8A8-C386EB70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7890D-AD50-4574-BE39-6F86CC98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036428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1730C1-D488-419D-BB89-9C3D8A1E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586EF-8F22-46B6-AD28-CD61D1AF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Circumcision-line Incision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E5B5F0-DECA-4810-996D-7B83550202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441ce8996540fe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B25A8-2838-406F-9D0F-CB4CDE4D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FC0994-0A2E-4271-9166-DB2150C2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08A5B-9A7E-47AE-B106-D7418383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237296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F56CB7-4330-4A77-BBAD-DFDF8D43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A6450-A489-4E8C-AE52-DEFB0648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Secondary Dermal Grafting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23898-3173-4631-AFD6-50D50DCCB3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09ccd82f074301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57B05-4616-4758-A817-F62EE60F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A738D-06A6-4BEB-A06E-2339628C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77A491-E667-4B07-925D-87189FA0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12265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E4CFB-0326-4725-BA3D-582EAA1A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3039DC-7525-497D-B6D9-32439C1D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Revision Surgery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D43DF2-FEAF-4348-83CF-4E7B5EEE23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8218fa8ea46d5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28A1D-AB78-44A1-B5E2-397CD62F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855402-7162-457B-AB16-588A1758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78FFD5-22D6-453B-A108-3460DF91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758919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A3F1B4-3958-4920-A759-47DB275E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A524FD-9DAD-4909-9A44-886473EC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Contour Step-off Correction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276699-051E-4984-BE9C-4160310B5C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983fa4336b4d30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125B03-1899-403E-B375-E3708DA0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F5AF1-F717-4A82-931C-6B69FB0B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980B0-C2AC-42D7-B175-FED4AC97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376872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FBA7F1-87B4-4EF4-AD54-39EE4E77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"/>
            <a:ext cx="866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Potential Complications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BB3AF-A3FB-4454-B55E-AD6A3FB6C3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7abb327f64f46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FC7DE4-DDF7-4518-883C-4B671A1A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BC4F5D-AAC0-4E81-97A1-E30E3382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Bleeding and swelling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25776B-9CEB-444E-BD85-B4B353F4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Hematoma, foreskin edema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A23FB-1D4B-45F7-99D9-9BFE9AF1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7C5624-D968-4CF1-9C68-CB613337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Wound complications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81128-1F96-43B9-9498-567D8531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Delayed healing, infection, skin necrosis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CA837E-6961-4DE6-921A-98CDA321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F228B-EB3A-4299-A4D0-92DFA319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Contour and discomfort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40F7A4-16B7-42A9-97ED-74C39A92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Graft contour irregularity, discomfort during erection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BEFD0-96BD-4E67-806C-D29C9853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Reported in ADM augmentation literature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AD71B4-54B5-4316-A3AD-708B5A9A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6B5328-1B0B-45E3-99AA-B7BB02DA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98992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E87080-0C9C-46E5-BC32-5964C6A8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Dressing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F21D67-615F-494D-AF90-5B449FB1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Postoperative Care &amp; Dressing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F4D59C-0818-498E-ADF8-334285246E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2701f7941648f7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905F52-65A7-4CF6-86B7-BF239676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543C7-F3B6-4BE9-AC91-ADA48252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1E578-1031-4B91-B9E8-5E0FED0A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540244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FE0A04-EE09-4CA0-BCA0-4B07C538B6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438da2db74641"/>
          <a:stretch xmlns:a="http://schemas.openxmlformats.org/drawingml/2006/main"/>
        </p:blipFill>
        <p:spPr>
          <a:xfrm xmlns:a="http://schemas.openxmlformats.org/drawingml/2006/main">
            <a:off x="693275" y="609600"/>
            <a:ext cx="18138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80318-4813-4BCE-BB2A-5503C63C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Questions &amp;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D60CB-36BD-40E9-BFE5-E1ABF8A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225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C4EA1D-685D-479D-A01C-16A0B9AD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C35B83-0514-4FEA-9AC2-54B8023B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083844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2026-10-12T09:03:59.0120000Z</dcterms:created>
  <dcterms:modified xsi:type="dcterms:W3CDTF">2026-10-12T09:03:59.0120000Z</dcterms:modified>
</coreProperties>
</file>