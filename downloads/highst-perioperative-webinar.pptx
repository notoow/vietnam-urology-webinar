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ebef0d6bf694305" /><Relationship Type="http://schemas.openxmlformats.org/officeDocument/2006/relationships/extended-properties" Target="/docProps/app.xml" Id="Racfb2aefef314071" /><Relationship Type="http://schemas.openxmlformats.org/officeDocument/2006/relationships/officeDocument" Target="/ppt/presentation.xml" Id="Rc53f632f6db2444c" /></Relationships>
</file>

<file path=ppt/presentation.xml><?xml version="1.0" encoding="utf-8"?>
<p:presentation xmlns:p="http://schemas.openxmlformats.org/presentationml/2006/main">
  <p:sldMasterIdLst>
    <p:sldMasterId xmlns:r="http://schemas.openxmlformats.org/officeDocument/2006/relationships" id="2147483648" r:id="R3ee2d0f966a248e7"/>
  </p:sldMasterIdLst>
  <p:notesMasterIdLst>
    <p:notesMasterId xmlns:r="http://schemas.openxmlformats.org/officeDocument/2006/relationships" r:id="R662b736467ee40c6"/>
  </p:notesMasterIdLst>
  <p:sldIdLst>
    <p:sldId xmlns:r="http://schemas.openxmlformats.org/officeDocument/2006/relationships" id="256" r:id="R5ae23c2c2cbc4e2c"/>
    <p:sldId xmlns:r="http://schemas.openxmlformats.org/officeDocument/2006/relationships" id="257" r:id="Rc6519a8fb2c2492d"/>
    <p:sldId xmlns:r="http://schemas.openxmlformats.org/officeDocument/2006/relationships" id="258" r:id="R80c16b392c344c00"/>
    <p:sldId xmlns:r="http://schemas.openxmlformats.org/officeDocument/2006/relationships" id="259" r:id="R6a706f3b62e8485e"/>
    <p:sldId xmlns:r="http://schemas.openxmlformats.org/officeDocument/2006/relationships" id="260" r:id="Rbfc97fb5a5e744ac"/>
    <p:sldId xmlns:r="http://schemas.openxmlformats.org/officeDocument/2006/relationships" id="261" r:id="R2b21da0f6fb64faa"/>
    <p:sldId xmlns:r="http://schemas.openxmlformats.org/officeDocument/2006/relationships" id="262" r:id="Rb894b300af5545fe"/>
    <p:sldId xmlns:r="http://schemas.openxmlformats.org/officeDocument/2006/relationships" id="263" r:id="Ra60f04e9ce5747ea"/>
    <p:sldId xmlns:r="http://schemas.openxmlformats.org/officeDocument/2006/relationships" id="264" r:id="R8db459d1f1704378"/>
    <p:sldId xmlns:r="http://schemas.openxmlformats.org/officeDocument/2006/relationships" id="265" r:id="R827d67de1f7d4901"/>
    <p:sldId xmlns:r="http://schemas.openxmlformats.org/officeDocument/2006/relationships" id="266" r:id="Rad1aa5f85d024365"/>
    <p:sldId xmlns:r="http://schemas.openxmlformats.org/officeDocument/2006/relationships" id="267" r:id="R9aa08bb171204ccb"/>
    <p:sldId xmlns:r="http://schemas.openxmlformats.org/officeDocument/2006/relationships" id="268" r:id="R61a426fd01014238"/>
    <p:sldId xmlns:r="http://schemas.openxmlformats.org/officeDocument/2006/relationships" id="269" r:id="Rbd40dde7d8ed4d55"/>
    <p:sldId xmlns:r="http://schemas.openxmlformats.org/officeDocument/2006/relationships" id="270" r:id="R0a6981511179472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f71a23521964b71" /><Relationship Type="http://schemas.openxmlformats.org/officeDocument/2006/relationships/slideMaster" Target="/ppt/slideMasters/slideMaster1.xml" Id="R3ee2d0f966a248e7" /><Relationship Type="http://schemas.openxmlformats.org/officeDocument/2006/relationships/notesMaster" Target="/ppt/notesMasters/notesMaster1.xml" Id="R662b736467ee40c6" /><Relationship Type="http://schemas.openxmlformats.org/officeDocument/2006/relationships/presProps" Target="/ppt/presProps.xml" Id="Rccc9b182ce7a4cbd" /><Relationship Type="http://schemas.openxmlformats.org/officeDocument/2006/relationships/tableStyles" Target="/ppt/tableStyles.xml" Id="Rf629f98ce83b48fc" /><Relationship Type="http://schemas.openxmlformats.org/officeDocument/2006/relationships/slide" Target="/ppt/slides/slide1.xml" Id="R5ae23c2c2cbc4e2c" /><Relationship Type="http://schemas.openxmlformats.org/officeDocument/2006/relationships/slide" Target="/ppt/slides/slide2.xml" Id="Rc6519a8fb2c2492d" /><Relationship Type="http://schemas.openxmlformats.org/officeDocument/2006/relationships/slide" Target="/ppt/slides/slide3.xml" Id="R80c16b392c344c00" /><Relationship Type="http://schemas.openxmlformats.org/officeDocument/2006/relationships/slide" Target="/ppt/slides/slide4.xml" Id="R6a706f3b62e8485e" /><Relationship Type="http://schemas.openxmlformats.org/officeDocument/2006/relationships/slide" Target="/ppt/slides/slide5.xml" Id="Rbfc97fb5a5e744ac" /><Relationship Type="http://schemas.openxmlformats.org/officeDocument/2006/relationships/slide" Target="/ppt/slides/slide6.xml" Id="R2b21da0f6fb64faa" /><Relationship Type="http://schemas.openxmlformats.org/officeDocument/2006/relationships/slide" Target="/ppt/slides/slide7.xml" Id="Rb894b300af5545fe" /><Relationship Type="http://schemas.openxmlformats.org/officeDocument/2006/relationships/slide" Target="/ppt/slides/slide8.xml" Id="Ra60f04e9ce5747ea" /><Relationship Type="http://schemas.openxmlformats.org/officeDocument/2006/relationships/slide" Target="/ppt/slides/slide9.xml" Id="R8db459d1f1704378" /><Relationship Type="http://schemas.openxmlformats.org/officeDocument/2006/relationships/slide" Target="/ppt/slides/slide10.xml" Id="R827d67de1f7d4901" /><Relationship Type="http://schemas.openxmlformats.org/officeDocument/2006/relationships/slide" Target="/ppt/slides/slide11.xml" Id="Rad1aa5f85d024365" /><Relationship Type="http://schemas.openxmlformats.org/officeDocument/2006/relationships/slide" Target="/ppt/slides/slide12.xml" Id="R9aa08bb171204ccb" /><Relationship Type="http://schemas.openxmlformats.org/officeDocument/2006/relationships/slide" Target="/ppt/slides/slide13.xml" Id="R61a426fd01014238" /><Relationship Type="http://schemas.openxmlformats.org/officeDocument/2006/relationships/slide" Target="/ppt/slides/slide14.xml" Id="Rbd40dde7d8ed4d55" /><Relationship Type="http://schemas.openxmlformats.org/officeDocument/2006/relationships/slide" Target="/ppt/slides/slide15.xml" Id="R0a6981511179472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be07f4ee02f4a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8f8530061c24014" /><Relationship Type="http://schemas.openxmlformats.org/officeDocument/2006/relationships/notesMaster" Target="/ppt/notesMasters/notesMaster1.xml" Id="R00573b34f21545c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e4c2d8f2734991" /><Relationship Type="http://schemas.openxmlformats.org/officeDocument/2006/relationships/notesMaster" Target="/ppt/notesMasters/notesMaster1.xml" Id="Ra1842613cf164d8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a6d3b99f9145c6" /><Relationship Type="http://schemas.openxmlformats.org/officeDocument/2006/relationships/notesMaster" Target="/ppt/notesMasters/notesMaster1.xml" Id="R08bc1cff9ab54aa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34f867b20d440e" /><Relationship Type="http://schemas.openxmlformats.org/officeDocument/2006/relationships/notesMaster" Target="/ppt/notesMasters/notesMaster1.xml" Id="R45eccb69e3ca4b1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89d7b8aedb4370" /><Relationship Type="http://schemas.openxmlformats.org/officeDocument/2006/relationships/notesMaster" Target="/ppt/notesMasters/notesMaster1.xml" Id="R8e60a421f4834463" /></Relationships>
</file>

<file path=ppt/notesSlides/_rels/notesSlide6.xml.rels>&#65279;<?xml version="1.0" encoding="utf-8"?><Relationships xmlns="http://schemas.openxmlformats.org/package/2006/relationships"><Relationship Type="http://schemas.openxmlformats.org/officeDocument/2006/relationships/slide" Target="/ppt/slides/slide6.xml" Id="R84054a1522cf41e5" /><Relationship Type="http://schemas.openxmlformats.org/officeDocument/2006/relationships/notesMaster" Target="/ppt/notesMasters/notesMaster1.xml" Id="R0fc2fc8d1ba847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02e513a3bb4e42ee" /><Relationship Type="http://schemas.openxmlformats.org/officeDocument/2006/relationships/notesMaster" Target="/ppt/notesMasters/notesMaster1.xml" Id="R651b758cf5384540"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477c0315714dea" /><Relationship Type="http://schemas.openxmlformats.org/officeDocument/2006/relationships/notesMaster" Target="/ppt/notesMasters/notesMaster1.xml" Id="R3b41c66b9f9343e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f91fcb3e98641e9" /><Relationship Type="http://schemas.openxmlformats.org/officeDocument/2006/relationships/notesMaster" Target="/ppt/notesMasters/notesMaster1.xml" Id="R1820711ebc8c4f1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209f97f34604b06" /><Relationship Type="http://schemas.openxmlformats.org/officeDocument/2006/relationships/notesMaster" Target="/ppt/notesMasters/notesMaster1.xml" Id="R502b5fd04699466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5c06230a0ab433d" /><Relationship Type="http://schemas.openxmlformats.org/officeDocument/2006/relationships/notesMaster" Target="/ppt/notesMasters/notesMaster1.xml" Id="R9e7d425856ca40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04ce3ffb7f64bf6" /><Relationship Type="http://schemas.openxmlformats.org/officeDocument/2006/relationships/notesMaster" Target="/ppt/notesMasters/notesMaster1.xml" Id="Re5800a91673a48f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e84e03f3c394de5" /><Relationship Type="http://schemas.openxmlformats.org/officeDocument/2006/relationships/notesMaster" Target="/ppt/notesMasters/notesMaster1.xml" Id="Re98f9730cb74442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4e6df26fa3b417a" /><Relationship Type="http://schemas.openxmlformats.org/officeDocument/2006/relationships/notesMaster" Target="/ppt/notesMasters/notesMaster1.xml" Id="R6430819913134da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6d31b88fd3f4b8b" /><Relationship Type="http://schemas.openxmlformats.org/officeDocument/2006/relationships/notesMaster" Target="/ppt/notesMasters/notesMaster1.xml" Id="Rc8e1b8b62ae243c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Jinmo Koo, HIGHST Urology. Vietnam MegaDerm Webinar, 21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Jinmo Koo, HIGHST Urology.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MegaDerm is a sheet acellular dermal matrix. HIGHST stocks hydrated and freeze-dried types. The stated thickness and sizes describe HIGHST's inventory. MegaFill is a micronized form of acellular dermal matrix. The photograph is supplied by HIGHST. Individual packages are not assigned type labels.</a:t>
            </a:r>
          </a:p>
          <a:p xmlns:a="http://schemas.openxmlformats.org/drawingml/2006/main">
            <a:r>
              <a:t/>
            </a:r>
          </a:p>
          <a:p xmlns:a="http://schemas.openxmlformats.org/drawingml/2006/main">
            <a:r>
              <a:t>Sources</a:t>
            </a:r>
          </a:p>
          <a:p xmlns:a="http://schemas.openxmlformats.org/drawingml/2006/main">
            <a:r>
              <a:t>https://lncbio.co.kr/theme/basic/images/L%26CBIO_catalog.pdf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preoperative evaluation includes the International Index of Erectile Function (IIEF) and the Premature Ejaculation Diagnostic Tool (PEDT).</a:t>
            </a:r>
          </a:p>
          <a:p xmlns:a="http://schemas.openxmlformats.org/drawingml/2006/main">
            <a:r>
              <a:t/>
            </a:r>
          </a:p>
          <a:p xmlns:a="http://schemas.openxmlformats.org/drawingml/2006/main">
            <a:r>
              <a:t>Sources</a:t>
            </a:r>
          </a:p>
          <a:p xmlns:a="http://schemas.openxmlformats.org/drawingml/2006/main">
            <a:r>
              <a:t>https://pubmed.ncbi.nlm.nih.gov/9187685/</a:t>
            </a:r>
          </a:p>
          <a:p xmlns:a="http://schemas.openxmlformats.org/drawingml/2006/main">
            <a:r>
              <a:t>https://pubmed.ncbi.nlm.nih.gov/17568761/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list reflects the preoperative tests provided by HIGHST. Blood glucose and HbA1c are listed separately. HbA1c denotes glycated hemoglobin. HPV and syphilis are separate entries. The slide does not assign a specimen type or testing method to HPV.</a:t>
            </a:r>
          </a:p>
          <a:p xmlns:a="http://schemas.openxmlformats.org/drawingml/2006/main">
            <a:r>
              <a:t/>
            </a:r>
          </a:p>
          <a:p xmlns:a="http://schemas.openxmlformats.org/drawingml/2006/main">
            <a:r>
              <a:t>Sources</a:t>
            </a:r>
          </a:p>
          <a:p xmlns:a="http://schemas.openxmlformats.org/drawingml/2006/main">
            <a:r>
              <a:t>https://www.niddk.nih.gov/health-information/diagnostic-tests/a1c-test/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Physical examination includes penile length measurement in the flaccid and stretched states. Penile biothesiometry assesses vibration perception thresholds and penile sensitivity.</a:t>
            </a:r>
          </a:p>
          <a:p xmlns:a="http://schemas.openxmlformats.org/drawingml/2006/main">
            <a:r>
              <a:t/>
            </a:r>
          </a:p>
          <a:p xmlns:a="http://schemas.openxmlformats.org/drawingml/2006/main">
            <a:r>
              <a:t>Sources</a:t>
            </a:r>
          </a:p>
          <a:p xmlns:a="http://schemas.openxmlformats.org/drawingml/2006/main">
            <a:r>
              <a:t>https://pubmed.ncbi.nlm.nih.gov/28874780/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Shaving and draping.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1: Pubic Incision.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2: Circumcision-line Incision.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3: Secondary Dermal Grafting.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4: Revision Surgery.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5: Contour Step-off Correction.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categories are reported in published ADM augmentation literature. They do not represent HIGHST or MegaDerm-specific outcome data. No incidence rates are extrapolated to HIGHST.</a:t>
            </a:r>
          </a:p>
          <a:p xmlns:a="http://schemas.openxmlformats.org/drawingml/2006/main">
            <a:r>
              <a:t/>
            </a:r>
          </a:p>
          <a:p xmlns:a="http://schemas.openxmlformats.org/drawingml/2006/main">
            <a:r>
              <a:t>Sources</a:t>
            </a:r>
          </a:p>
          <a:p xmlns:a="http://schemas.openxmlformats.org/drawingml/2006/main">
            <a:r>
              <a:t>https://pubmed.ncbi.nlm.nih.gov/31420614/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Postoperative care and dressing technique.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bfb2b25d6d43f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5a9b70d4a2b4da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ed252e984544f2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c3c70776c624a2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17b915f0a9f49c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50f7ab131ec4e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4E1E01B-7363-44BD-B532-825C5E8B50B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DB0C217-E39C-4A44-85FA-7689BAF07F8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F962CF-EA9B-490C-B2D1-A2C9F7EB71E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F10B97-08C3-4FBE-8102-C3C0A53937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2E19779-C792-4F35-93B5-9C9D449FC4D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755860D-6D27-46B1-A619-B13BC637AF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EF09A62-5371-481B-802D-99DB67FD73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A04455C-729E-4417-9DFD-2ADBC8C6FD0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9B795A-96EC-4BF6-8947-D97B7C52EA9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2CEF8B2-72F4-49CD-8519-C5362ADA65A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88fc9ae834340b5" /><Relationship Type="http://schemas.openxmlformats.org/officeDocument/2006/relationships/slideLayout" Target="/ppt/slideLayouts/slideLayout1.xml" Id="Rb344a4b21ece4bae" /><Relationship Type="http://schemas.openxmlformats.org/officeDocument/2006/relationships/slideLayout" Target="/ppt/slideLayouts/slideLayout2.xml" Id="Rebb8a7672b6e4f3f" /><Relationship Type="http://schemas.openxmlformats.org/officeDocument/2006/relationships/slideLayout" Target="/ppt/slideLayouts/slideLayout3.xml" Id="R093bad8932324621" /><Relationship Type="http://schemas.openxmlformats.org/officeDocument/2006/relationships/slideLayout" Target="/ppt/slideLayouts/slideLayout4.xml" Id="R55bc0cd5caa04312" /><Relationship Type="http://schemas.openxmlformats.org/officeDocument/2006/relationships/slideLayout" Target="/ppt/slideLayouts/slideLayout5.xml" Id="Rc93deddcb524408a" /><Relationship Type="http://schemas.openxmlformats.org/officeDocument/2006/relationships/slideLayout" Target="/ppt/slideLayouts/slideLayout6.xml" Id="R1ed98b9186be40e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44a4b21ece4bae"/>
    <p:sldLayoutId xmlns:r="http://schemas.openxmlformats.org/officeDocument/2006/relationships" id="2147483650" r:id="Rebb8a7672b6e4f3f"/>
    <p:sldLayoutId xmlns:r="http://schemas.openxmlformats.org/officeDocument/2006/relationships" id="2147483651" r:id="R093bad8932324621"/>
    <p:sldLayoutId xmlns:r="http://schemas.openxmlformats.org/officeDocument/2006/relationships" id="2147483652" r:id="R55bc0cd5caa04312"/>
    <p:sldLayoutId xmlns:r="http://schemas.openxmlformats.org/officeDocument/2006/relationships" id="2147483653" r:id="Rc93deddcb524408a"/>
    <p:sldLayoutId xmlns:r="http://schemas.openxmlformats.org/officeDocument/2006/relationships" id="2147483654" r:id="R1ed98b9186be40e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ee8373a82834d29" /><Relationship Type="http://schemas.openxmlformats.org/officeDocument/2006/relationships/image" Target="/ppt/media/image.png" Id="Rcfe4123ce0df497c" /><Relationship Type="http://schemas.openxmlformats.org/officeDocument/2006/relationships/image" Target="/ppt/media/image2.png" Id="R379bd318452e4983" /><Relationship Type="http://schemas.openxmlformats.org/officeDocument/2006/relationships/notesSlide" Target="/ppt/notesSlides/notesSlide1.xml" Id="R1c96197a44f4414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415d2e10d9a42e0" /><Relationship Type="http://schemas.openxmlformats.org/officeDocument/2006/relationships/image" Target="/ppt/media/image3.png" Id="R8653044f626d465b" /><Relationship Type="http://schemas.openxmlformats.org/officeDocument/2006/relationships/notesSlide" Target="/ppt/notesSlides/notesSlide2.xml" Id="Rdb44cc95fd8d42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7ed934d39c144b5" /><Relationship Type="http://schemas.openxmlformats.org/officeDocument/2006/relationships/image" Target="/ppt/media/image4.png" Id="R83ae52e145c84415" /><Relationship Type="http://schemas.openxmlformats.org/officeDocument/2006/relationships/notesSlide" Target="/ppt/notesSlides/notesSlide3.xml" Id="R7c6d2729ba5a41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e3467f0b805401b" /><Relationship Type="http://schemas.openxmlformats.org/officeDocument/2006/relationships/notesSlide" Target="/ppt/notesSlides/notesSlide4.xml" Id="Re7609b1e72fd43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d7b4dded77f427b" /><Relationship Type="http://schemas.openxmlformats.org/officeDocument/2006/relationships/notesSlide" Target="/ppt/notesSlides/notesSlide5.xml" Id="Ra9f4be05f4884b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47406db05da438c" /><Relationship Type="http://schemas.openxmlformats.org/officeDocument/2006/relationships/notesSlide" Target="/ppt/notesSlides/notesSlide6.xml" Id="R2e32c6b32d00401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c3cd5e4fbd143bb" /><Relationship Type="http://schemas.openxmlformats.org/officeDocument/2006/relationships/notesSlide" Target="/ppt/notesSlides/notesSlide7.xml" Id="Ra218b383e8e44fa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048cebc32354692" /><Relationship Type="http://schemas.openxmlformats.org/officeDocument/2006/relationships/notesSlide" Target="/ppt/notesSlides/notesSlide8.xml" Id="R9c34f511dcbb44b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fa414084f3c4792" /><Relationship Type="http://schemas.openxmlformats.org/officeDocument/2006/relationships/notesSlide" Target="/ppt/notesSlides/notesSlide9.xml" Id="R84356388c505499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4df421cec3f4b0e" /><Relationship Type="http://schemas.openxmlformats.org/officeDocument/2006/relationships/notesSlide" Target="/ppt/notesSlides/notesSlide10.xml" Id="R5352e5c33dd442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865e3b323834ee8" /><Relationship Type="http://schemas.openxmlformats.org/officeDocument/2006/relationships/notesSlide" Target="/ppt/notesSlides/notesSlide11.xml" Id="R9ad059c59ef54ab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01528c89b54904" /><Relationship Type="http://schemas.openxmlformats.org/officeDocument/2006/relationships/notesSlide" Target="/ppt/notesSlides/notesSlide12.xml" Id="R8254b7e64d424df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c978d3249584add" /><Relationship Type="http://schemas.openxmlformats.org/officeDocument/2006/relationships/notesSlide" Target="/ppt/notesSlides/notesSlide13.xml" Id="R1b52a308be9e45c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551ecd17b364f81" /><Relationship Type="http://schemas.openxmlformats.org/officeDocument/2006/relationships/notesSlide" Target="/ppt/notesSlides/notesSlide14.xml" Id="R7cbdff9a691c47c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17a369f7e9e4045" /><Relationship Type="http://schemas.openxmlformats.org/officeDocument/2006/relationships/notesSlide" Target="/ppt/notesSlides/notesSlide15.xml" Id="R3e56c2220eff4fa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0A17C08-0291-4BB8-9CD6-EA7B12570B55}"/>
              </a:ext>
            </a:extLst>
          </p:cNvPr>
          <p:cNvSpPr>
            <a:spLocks xmlns:a="http://schemas.openxmlformats.org/drawingml/2006/main" noGrp="1"/>
          </p:cNvSpPr>
          <p:nvPr/>
        </p:nvSpPr>
        <p:spPr>
          <a:xfrm xmlns:a="http://schemas.openxmlformats.org/drawingml/2006/main">
            <a:off x="7219950" y="0"/>
            <a:ext cx="4972050" cy="6858000"/>
          </a:xfrm>
          <a:prstGeom xmlns:a="http://schemas.openxmlformats.org/drawingml/2006/main" prst="rect">
            <a:avLst/>
          </a:prstGeom>
          <a:solidFill xmlns:a="http://schemas.openxmlformats.org/drawingml/2006/main">
            <a:srgbClr val="F4F3EE"/>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E9D60992-BE13-41F4-A4FF-2895FF317E3B}"/>
              </a:ext>
            </a:extLst>
          </p:cNvPr>
          <p:cNvPicPr>
            <a:picLocks xmlns:a="http://schemas.openxmlformats.org/drawingml/2006/main" noChangeAspect="1"/>
          </p:cNvPicPr>
          <p:nvPr/>
        </p:nvPicPr>
        <p:blipFill>
          <a:blip xmlns:r="http://schemas.openxmlformats.org/officeDocument/2006/relationships" xmlns:a="http://schemas.openxmlformats.org/drawingml/2006/main" r:embed="Rcfe4123ce0df497c"/>
          <a:stretch xmlns:a="http://schemas.openxmlformats.org/drawingml/2006/main"/>
        </p:blipFill>
        <p:spPr>
          <a:xfrm xmlns:a="http://schemas.openxmlformats.org/drawingml/2006/main">
            <a:off x="7695746" y="476250"/>
            <a:ext cx="3991884" cy="5676900"/>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768CDA7B-AE7B-4661-9687-21736A7E0F2F}"/>
              </a:ext>
            </a:extLst>
          </p:cNvPr>
          <p:cNvPicPr>
            <a:picLocks xmlns:a="http://schemas.openxmlformats.org/drawingml/2006/main" noChangeAspect="1"/>
          </p:cNvPicPr>
          <p:nvPr/>
        </p:nvPicPr>
        <p:blipFill>
          <a:blip xmlns:r="http://schemas.openxmlformats.org/officeDocument/2006/relationships" xmlns:a="http://schemas.openxmlformats.org/drawingml/2006/main" r:embed="R379bd318452e4983"/>
          <a:stretch xmlns:a="http://schemas.openxmlformats.org/drawingml/2006/main"/>
        </p:blipFill>
        <p:spPr>
          <a:xfrm xmlns:a="http://schemas.openxmlformats.org/drawingml/2006/main">
            <a:off x="685800" y="602579"/>
            <a:ext cx="2333625" cy="66174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74C58B9-07FB-4959-BFA5-05853CDE11B5}"/>
              </a:ext>
            </a:extLst>
          </p:cNvPr>
          <p:cNvSpPr>
            <a:spLocks xmlns:a="http://schemas.openxmlformats.org/drawingml/2006/main" noGrp="1"/>
          </p:cNvSpPr>
          <p:nvPr/>
        </p:nvSpPr>
        <p:spPr>
          <a:xfrm xmlns:a="http://schemas.openxmlformats.org/drawingml/2006/main">
            <a:off x="685800" y="1714500"/>
            <a:ext cx="581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VIETNAM UROLOGY WEBINAR</a:t>
            </a:r>
          </a:p>
        </p:txBody>
      </p:sp>
      <p:sp>
        <p:nvSpPr>
          <p:cNvPr id="5" name="">
            <a:extLst xmlns:a="http://schemas.openxmlformats.org/drawingml/2006/main">
              <a:ext uri="{FF2B5EF4-FFF2-40B4-BE49-F238E27FC236}">
                <a16:creationId xmlns:a16="http://schemas.microsoft.com/office/drawing/2014/main" id="{700E3104-921D-4B87-A290-4D1CA8E4053A}"/>
              </a:ext>
            </a:extLst>
          </p:cNvPr>
          <p:cNvSpPr>
            <a:spLocks xmlns:a="http://schemas.openxmlformats.org/drawingml/2006/main" noGrp="1"/>
          </p:cNvSpPr>
          <p:nvPr/>
        </p:nvSpPr>
        <p:spPr>
          <a:xfrm xmlns:a="http://schemas.openxmlformats.org/drawingml/2006/main">
            <a:off x="685800" y="2114550"/>
            <a:ext cx="6191250"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950" b="1">
                <a:solidFill>
                  <a:srgbClr val="1B1D19"/>
                </a:solidFill>
                <a:latin typeface="Pretendard"/>
                <a:ea typeface="Pretendard"/>
                <a:cs typeface="Pretendard"/>
              </a:defRPr>
            </a:defPPr>
          </a:lstStyle>
          <a:p xmlns:a="http://schemas.openxmlformats.org/drawingml/2006/main">
            <a:pPr>
              <a:defRPr sz="4950" b="1">
                <a:solidFill>
                  <a:srgbClr val="1B1D19"/>
                </a:solidFill>
                <a:latin typeface="Pretendard"/>
                <a:ea typeface="Pretendard"/>
                <a:cs typeface="Pretendard"/>
              </a:defRPr>
            </a:pPr>
            <a:r>
              <a:rPr sz="4950" b="1">
                <a:solidFill>
                  <a:srgbClr val="1B1D19"/>
                </a:solidFill>
                <a:latin typeface="Pretendard"/>
                <a:ea typeface="Pretendard"/>
                <a:cs typeface="Pretendard"/>
              </a:rPr>
              <a:t>MegaDerm</a:t>
            </a:r>
          </a:p>
          <a:p xmlns:a="http://schemas.openxmlformats.org/drawingml/2006/main">
            <a:pPr>
              <a:defRPr sz="4950" b="1">
                <a:solidFill>
                  <a:srgbClr val="1B1D19"/>
                </a:solidFill>
                <a:latin typeface="Pretendard"/>
                <a:ea typeface="Pretendard"/>
                <a:cs typeface="Pretendard"/>
              </a:defRPr>
            </a:pPr>
            <a:r>
              <a:rPr sz="4950" b="1">
                <a:solidFill>
                  <a:srgbClr val="1B1D19"/>
                </a:solidFill>
                <a:latin typeface="Pretendard"/>
                <a:ea typeface="Pretendard"/>
                <a:cs typeface="Pretendard"/>
              </a:rPr>
              <a:t>Penile</a:t>
            </a:r>
          </a:p>
          <a:p xmlns:a="http://schemas.openxmlformats.org/drawingml/2006/main">
            <a:pPr>
              <a:defRPr sz="4950" b="1">
                <a:solidFill>
                  <a:srgbClr val="1B1D19"/>
                </a:solidFill>
                <a:latin typeface="Pretendard"/>
                <a:ea typeface="Pretendard"/>
                <a:cs typeface="Pretendard"/>
              </a:defRPr>
            </a:pPr>
            <a:r>
              <a:rPr sz="4950" b="1">
                <a:solidFill>
                  <a:srgbClr val="1B1D19"/>
                </a:solidFill>
                <a:latin typeface="Pretendard"/>
                <a:ea typeface="Pretendard"/>
                <a:cs typeface="Pretendard"/>
              </a:rPr>
              <a:t>Augmentation</a:t>
            </a:r>
          </a:p>
        </p:txBody>
      </p:sp>
      <p:sp>
        <p:nvSpPr>
          <p:cNvPr id="6" name="">
            <a:extLst xmlns:a="http://schemas.openxmlformats.org/drawingml/2006/main">
              <a:ext uri="{FF2B5EF4-FFF2-40B4-BE49-F238E27FC236}">
                <a16:creationId xmlns:a16="http://schemas.microsoft.com/office/drawing/2014/main" id="{38AE132E-234C-4572-911D-B9397A9D1DB0}"/>
              </a:ext>
            </a:extLst>
          </p:cNvPr>
          <p:cNvSpPr>
            <a:spLocks xmlns:a="http://schemas.openxmlformats.org/drawingml/2006/main" noGrp="1"/>
          </p:cNvSpPr>
          <p:nvPr/>
        </p:nvSpPr>
        <p:spPr>
          <a:xfrm xmlns:a="http://schemas.openxmlformats.org/drawingml/2006/main">
            <a:off x="685800" y="4438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B7265"/>
                </a:solidFill>
                <a:latin typeface="Pretendard"/>
                <a:ea typeface="Pretendard"/>
                <a:cs typeface="Pretendard"/>
              </a:defRPr>
            </a:defPPr>
          </a:lstStyle>
          <a:p xmlns:a="http://schemas.openxmlformats.org/drawingml/2006/main">
            <a:pPr>
              <a:defRPr sz="1800" b="0">
                <a:solidFill>
                  <a:srgbClr val="6B7265"/>
                </a:solidFill>
                <a:latin typeface="Pretendard"/>
                <a:ea typeface="Pretendard"/>
                <a:cs typeface="Pretendard"/>
              </a:defRPr>
            </a:pPr>
            <a:r>
              <a:rPr sz="1800" b="0">
                <a:solidFill>
                  <a:srgbClr val="6B7265"/>
                </a:solidFill>
                <a:latin typeface="Pretendard"/>
                <a:ea typeface="Pretendard"/>
                <a:cs typeface="Pretendard"/>
              </a:rPr>
              <a:t>Clinical Cases and Perioperative Care</a:t>
            </a:r>
          </a:p>
        </p:txBody>
      </p:sp>
      <p:sp>
        <p:nvSpPr>
          <p:cNvPr id="7" name="">
            <a:extLst xmlns:a="http://schemas.openxmlformats.org/drawingml/2006/main">
              <a:ext uri="{FF2B5EF4-FFF2-40B4-BE49-F238E27FC236}">
                <a16:creationId xmlns:a16="http://schemas.microsoft.com/office/drawing/2014/main" id="{088CEF62-5682-4B76-89B9-094A7A600652}"/>
              </a:ext>
            </a:extLst>
          </p:cNvPr>
          <p:cNvSpPr>
            <a:spLocks xmlns:a="http://schemas.openxmlformats.org/drawingml/2006/main" noGrp="1"/>
          </p:cNvSpPr>
          <p:nvPr/>
        </p:nvSpPr>
        <p:spPr>
          <a:xfrm xmlns:a="http://schemas.openxmlformats.org/drawingml/2006/main">
            <a:off x="685800" y="5429250"/>
            <a:ext cx="53721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7602927-C006-42BD-9425-B280D4F64674}"/>
              </a:ext>
            </a:extLst>
          </p:cNvPr>
          <p:cNvSpPr>
            <a:spLocks xmlns:a="http://schemas.openxmlformats.org/drawingml/2006/main" noGrp="1"/>
          </p:cNvSpPr>
          <p:nvPr/>
        </p:nvSpPr>
        <p:spPr>
          <a:xfrm xmlns:a="http://schemas.openxmlformats.org/drawingml/2006/main">
            <a:off x="685800" y="5648325"/>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B1D19"/>
                </a:solidFill>
                <a:latin typeface="Pretendard"/>
                <a:ea typeface="Pretendard"/>
                <a:cs typeface="Pretendard"/>
              </a:defRPr>
            </a:defPPr>
          </a:lstStyle>
          <a:p xmlns:a="http://schemas.openxmlformats.org/drawingml/2006/main">
            <a:pPr>
              <a:defRPr sz="1800" b="1">
                <a:solidFill>
                  <a:srgbClr val="1B1D19"/>
                </a:solidFill>
                <a:latin typeface="Pretendard"/>
                <a:ea typeface="Pretendard"/>
                <a:cs typeface="Pretendard"/>
              </a:defRPr>
            </a:pPr>
            <a:r>
              <a:rPr sz="1800" b="1">
                <a:solidFill>
                  <a:srgbClr val="1B1D19"/>
                </a:solidFill>
                <a:latin typeface="Pretendard"/>
                <a:ea typeface="Pretendard"/>
                <a:cs typeface="Pretendard"/>
              </a:rPr>
              <a:t>Jinmo Koo</a:t>
            </a:r>
          </a:p>
        </p:txBody>
      </p:sp>
      <p:sp>
        <p:nvSpPr>
          <p:cNvPr id="9" name="">
            <a:extLst xmlns:a="http://schemas.openxmlformats.org/drawingml/2006/main">
              <a:ext uri="{FF2B5EF4-FFF2-40B4-BE49-F238E27FC236}">
                <a16:creationId xmlns:a16="http://schemas.microsoft.com/office/drawing/2014/main" id="{461B9079-3623-40F3-B4BF-0A256C9B39B0}"/>
              </a:ext>
            </a:extLst>
          </p:cNvPr>
          <p:cNvSpPr>
            <a:spLocks xmlns:a="http://schemas.openxmlformats.org/drawingml/2006/main" noGrp="1"/>
          </p:cNvSpPr>
          <p:nvPr/>
        </p:nvSpPr>
        <p:spPr>
          <a:xfrm xmlns:a="http://schemas.openxmlformats.org/drawingml/2006/main">
            <a:off x="4010025" y="5715000"/>
            <a:ext cx="2047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B7265"/>
                </a:solidFill>
                <a:latin typeface="Pretendard"/>
                <a:ea typeface="Pretendard"/>
                <a:cs typeface="Pretendard"/>
              </a:defRPr>
            </a:defPPr>
          </a:lstStyle>
          <a:p xmlns:a="http://schemas.openxmlformats.org/drawingml/2006/main">
            <a:pPr>
              <a:defRPr sz="1200" b="0">
                <a:solidFill>
                  <a:srgbClr val="6B7265"/>
                </a:solidFill>
                <a:latin typeface="Pretendard"/>
                <a:ea typeface="Pretendard"/>
                <a:cs typeface="Pretendard"/>
              </a:defRPr>
            </a:pPr>
            <a:r>
              <a:rPr sz="1200" b="0">
                <a:solidFill>
                  <a:srgbClr val="6B7265"/>
                </a:solidFill>
                <a:latin typeface="Pretendard"/>
                <a:ea typeface="Pretendard"/>
                <a:cs typeface="Pretendard"/>
              </a:rPr>
              <a:t>21 October 2026</a:t>
            </a:r>
          </a:p>
        </p:txBody>
      </p:sp>
      <p:sp>
        <p:nvSpPr>
          <p:cNvPr id="10" name="">
            <a:extLst xmlns:a="http://schemas.openxmlformats.org/drawingml/2006/main">
              <a:ext uri="{FF2B5EF4-FFF2-40B4-BE49-F238E27FC236}">
                <a16:creationId xmlns:a16="http://schemas.microsoft.com/office/drawing/2014/main" id="{7B527F81-49AF-4A38-8077-9DC953FD8AF8}"/>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1" name="">
            <a:extLst xmlns:a="http://schemas.openxmlformats.org/drawingml/2006/main">
              <a:ext uri="{FF2B5EF4-FFF2-40B4-BE49-F238E27FC236}">
                <a16:creationId xmlns:a16="http://schemas.microsoft.com/office/drawing/2014/main" id="{67A76F45-FBE8-48C3-BDC7-1F569099100E}"/>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01</a:t>
            </a:r>
          </a:p>
        </p:txBody>
      </p:sp>
    </p:spTree>
    <p:extLst>
      <p:ext uri="{BB962C8B-B14F-4D97-AF65-F5344CB8AC3E}">
        <p14:creationId xmlns:p14="http://schemas.microsoft.com/office/powerpoint/2010/main" val="7239431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A21CD0C-3CCC-4814-B1D2-483FBAE9E1E4}"/>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SPEAKER</a:t>
            </a:r>
          </a:p>
        </p:txBody>
      </p:sp>
      <p:sp>
        <p:nvSpPr>
          <p:cNvPr id="2" name="">
            <a:extLst xmlns:a="http://schemas.openxmlformats.org/drawingml/2006/main">
              <a:ext uri="{FF2B5EF4-FFF2-40B4-BE49-F238E27FC236}">
                <a16:creationId xmlns:a16="http://schemas.microsoft.com/office/drawing/2014/main" id="{24707496-FD04-40A8-BB45-F195CB0A5AB2}"/>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Jinmo Koo</a:t>
            </a:r>
          </a:p>
        </p:txBody>
      </p:sp>
      <p:sp>
        <p:nvSpPr>
          <p:cNvPr id="3" name="">
            <a:extLst xmlns:a="http://schemas.openxmlformats.org/drawingml/2006/main">
              <a:ext uri="{FF2B5EF4-FFF2-40B4-BE49-F238E27FC236}">
                <a16:creationId xmlns:a16="http://schemas.microsoft.com/office/drawing/2014/main" id="{2F7920E3-5D01-42BD-A53F-4C91B38700EF}"/>
              </a:ext>
            </a:extLst>
          </p:cNvPr>
          <p:cNvSpPr>
            <a:spLocks xmlns:a="http://schemas.openxmlformats.org/drawingml/2006/main" noGrp="1"/>
          </p:cNvSpPr>
          <p:nvPr/>
        </p:nvSpPr>
        <p:spPr>
          <a:xfrm xmlns:a="http://schemas.openxmlformats.org/drawingml/2006/main">
            <a:off x="685800" y="272415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0">
                <a:solidFill>
                  <a:srgbClr val="6B7265"/>
                </a:solidFill>
                <a:latin typeface="Pretendard"/>
                <a:ea typeface="Pretendard"/>
                <a:cs typeface="Pretendard"/>
              </a:defRPr>
            </a:defPPr>
          </a:lstStyle>
          <a:p xmlns:a="http://schemas.openxmlformats.org/drawingml/2006/main">
            <a:pPr>
              <a:defRPr sz="2550" b="0">
                <a:solidFill>
                  <a:srgbClr val="6B7265"/>
                </a:solidFill>
                <a:latin typeface="Pretendard"/>
                <a:ea typeface="Pretendard"/>
                <a:cs typeface="Pretendard"/>
              </a:defRPr>
            </a:pPr>
            <a:r>
              <a:rPr sz="2550" b="0">
                <a:solidFill>
                  <a:srgbClr val="6B7265"/>
                </a:solidFill>
                <a:latin typeface="Pretendard"/>
                <a:ea typeface="Pretendard"/>
                <a:cs typeface="Pretendard"/>
              </a:rPr>
              <a:t>HIGHST Urology</a:t>
            </a:r>
          </a:p>
        </p:txBody>
      </p:sp>
      <p:pic>
        <p:nvPicPr>
          <p:cNvPr id="4" name="">
            <a:extLst xmlns:a="http://schemas.openxmlformats.org/drawingml/2006/main">
              <a:ext uri="{FF2B5EF4-FFF2-40B4-BE49-F238E27FC236}">
                <a16:creationId xmlns:a16="http://schemas.microsoft.com/office/drawing/2014/main" id="{FFA248D5-4D0E-44ED-9AB3-3120CBBB30C1}"/>
              </a:ext>
            </a:extLst>
          </p:cNvPr>
          <p:cNvPicPr>
            <a:picLocks xmlns:a="http://schemas.openxmlformats.org/drawingml/2006/main" noChangeAspect="1"/>
          </p:cNvPicPr>
          <p:nvPr/>
        </p:nvPicPr>
        <p:blipFill>
          <a:blip xmlns:r="http://schemas.openxmlformats.org/officeDocument/2006/relationships" xmlns:a="http://schemas.openxmlformats.org/drawingml/2006/main" r:embed="R8653044f626d465b"/>
          <a:stretch xmlns:a="http://schemas.openxmlformats.org/drawingml/2006/main"/>
        </p:blipFill>
        <p:spPr>
          <a:xfrm xmlns:a="http://schemas.openxmlformats.org/drawingml/2006/main">
            <a:off x="685800" y="4812204"/>
            <a:ext cx="2571750" cy="729266"/>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6648A6C-5704-4F70-A9F7-06A133198D6A}"/>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632CB211-003D-46BC-922F-AA1723E2056D}"/>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02</a:t>
            </a:r>
          </a:p>
        </p:txBody>
      </p:sp>
    </p:spTree>
    <p:extLst>
      <p:ext uri="{BB962C8B-B14F-4D97-AF65-F5344CB8AC3E}">
        <p14:creationId xmlns:p14="http://schemas.microsoft.com/office/powerpoint/2010/main" val="32952338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B5BE419-D4C8-4892-8EAC-69CF0B0E6E4F}"/>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MATERIALS</a:t>
            </a:r>
          </a:p>
        </p:txBody>
      </p:sp>
      <p:sp>
        <p:nvSpPr>
          <p:cNvPr id="2" name="">
            <a:extLst xmlns:a="http://schemas.openxmlformats.org/drawingml/2006/main">
              <a:ext uri="{FF2B5EF4-FFF2-40B4-BE49-F238E27FC236}">
                <a16:creationId xmlns:a16="http://schemas.microsoft.com/office/drawing/2014/main" id="{5A19D2AA-F309-45C1-8584-EED4502AFFC3}"/>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MegaDerm &amp; MegaFill</a:t>
            </a:r>
          </a:p>
        </p:txBody>
      </p:sp>
      <p:sp>
        <p:nvSpPr>
          <p:cNvPr id="3" name="">
            <a:extLst xmlns:a="http://schemas.openxmlformats.org/drawingml/2006/main">
              <a:ext uri="{FF2B5EF4-FFF2-40B4-BE49-F238E27FC236}">
                <a16:creationId xmlns:a16="http://schemas.microsoft.com/office/drawing/2014/main" id="{F2BD37C9-D41A-4CB4-886E-9BDBA28DAED6}"/>
              </a:ext>
            </a:extLst>
          </p:cNvPr>
          <p:cNvSpPr>
            <a:spLocks xmlns:a="http://schemas.openxmlformats.org/drawingml/2006/main" noGrp="1"/>
          </p:cNvSpPr>
          <p:nvPr/>
        </p:nvSpPr>
        <p:spPr>
          <a:xfrm xmlns:a="http://schemas.openxmlformats.org/drawingml/2006/main">
            <a:off x="685800" y="2333625"/>
            <a:ext cx="497205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448458E-C1A9-4748-A06C-4DE5850D9212}"/>
              </a:ext>
            </a:extLst>
          </p:cNvPr>
          <p:cNvSpPr>
            <a:spLocks xmlns:a="http://schemas.openxmlformats.org/drawingml/2006/main" noGrp="1"/>
          </p:cNvSpPr>
          <p:nvPr/>
        </p:nvSpPr>
        <p:spPr>
          <a:xfrm xmlns:a="http://schemas.openxmlformats.org/drawingml/2006/main">
            <a:off x="685800" y="2524125"/>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1B1D19"/>
                </a:solidFill>
                <a:latin typeface="Pretendard"/>
                <a:ea typeface="Pretendard"/>
                <a:cs typeface="Pretendard"/>
              </a:defRPr>
            </a:defPPr>
          </a:lstStyle>
          <a:p xmlns:a="http://schemas.openxmlformats.org/drawingml/2006/main">
            <a:pPr>
              <a:defRPr sz="2475" b="1">
                <a:solidFill>
                  <a:srgbClr val="1B1D19"/>
                </a:solidFill>
                <a:latin typeface="Pretendard"/>
                <a:ea typeface="Pretendard"/>
                <a:cs typeface="Pretendard"/>
              </a:defRPr>
            </a:pPr>
            <a:r>
              <a:rPr sz="2475" b="1">
                <a:solidFill>
                  <a:srgbClr val="1B1D19"/>
                </a:solidFill>
                <a:latin typeface="Pretendard"/>
                <a:ea typeface="Pretendard"/>
                <a:cs typeface="Pretendard"/>
              </a:rPr>
              <a:t>MegaDerm</a:t>
            </a:r>
          </a:p>
        </p:txBody>
      </p:sp>
      <p:sp>
        <p:nvSpPr>
          <p:cNvPr id="5" name="">
            <a:extLst xmlns:a="http://schemas.openxmlformats.org/drawingml/2006/main">
              <a:ext uri="{FF2B5EF4-FFF2-40B4-BE49-F238E27FC236}">
                <a16:creationId xmlns:a16="http://schemas.microsoft.com/office/drawing/2014/main" id="{2F10588E-CA5D-4B7C-BECD-CB8EBDA9E02F}"/>
              </a:ext>
            </a:extLst>
          </p:cNvPr>
          <p:cNvSpPr>
            <a:spLocks xmlns:a="http://schemas.openxmlformats.org/drawingml/2006/main" noGrp="1"/>
          </p:cNvSpPr>
          <p:nvPr/>
        </p:nvSpPr>
        <p:spPr>
          <a:xfrm xmlns:a="http://schemas.openxmlformats.org/drawingml/2006/main">
            <a:off x="685800" y="3114675"/>
            <a:ext cx="49720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B7265"/>
                </a:solidFill>
                <a:latin typeface="Pretendard"/>
                <a:ea typeface="Pretendard"/>
                <a:cs typeface="Pretendard"/>
              </a:defRPr>
            </a:defPPr>
          </a:lstStyle>
          <a:p xmlns:a="http://schemas.openxmlformats.org/drawingml/2006/main">
            <a:pPr>
              <a:defRPr sz="1800" b="0">
                <a:solidFill>
                  <a:srgbClr val="6B7265"/>
                </a:solidFill>
                <a:latin typeface="Pretendard"/>
                <a:ea typeface="Pretendard"/>
                <a:cs typeface="Pretendard"/>
              </a:defRPr>
            </a:pPr>
            <a:r>
              <a:rPr sz="1800" b="0">
                <a:solidFill>
                  <a:srgbClr val="6B7265"/>
                </a:solidFill>
                <a:latin typeface="Pretendard"/>
                <a:ea typeface="Pretendard"/>
                <a:cs typeface="Pretendard"/>
              </a:rPr>
              <a:t>Acellular dermal matrix</a:t>
            </a:r>
          </a:p>
          <a:p xmlns:a="http://schemas.openxmlformats.org/drawingml/2006/main">
            <a:pPr>
              <a:defRPr sz="1800" b="0">
                <a:solidFill>
                  <a:srgbClr val="6B7265"/>
                </a:solidFill>
                <a:latin typeface="Pretendard"/>
                <a:ea typeface="Pretendard"/>
                <a:cs typeface="Pretendard"/>
              </a:defRPr>
            </a:pPr>
            <a:r>
              <a:rPr sz="1800" b="0">
                <a:solidFill>
                  <a:srgbClr val="6B7265"/>
                </a:solidFill>
                <a:latin typeface="Pretendard"/>
                <a:ea typeface="Pretendard"/>
                <a:cs typeface="Pretendard"/>
              </a:rPr>
              <a:t>Hydrated / Freeze-dried</a:t>
            </a:r>
          </a:p>
        </p:txBody>
      </p:sp>
      <p:sp>
        <p:nvSpPr>
          <p:cNvPr id="6" name="">
            <a:extLst xmlns:a="http://schemas.openxmlformats.org/drawingml/2006/main">
              <a:ext uri="{FF2B5EF4-FFF2-40B4-BE49-F238E27FC236}">
                <a16:creationId xmlns:a16="http://schemas.microsoft.com/office/drawing/2014/main" id="{A0A2583C-6021-4D84-A077-6DAC2F194B4F}"/>
              </a:ext>
            </a:extLst>
          </p:cNvPr>
          <p:cNvSpPr>
            <a:spLocks xmlns:a="http://schemas.openxmlformats.org/drawingml/2006/main" noGrp="1"/>
          </p:cNvSpPr>
          <p:nvPr/>
        </p:nvSpPr>
        <p:spPr>
          <a:xfrm xmlns:a="http://schemas.openxmlformats.org/drawingml/2006/main">
            <a:off x="685800" y="4057650"/>
            <a:ext cx="497205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EDE8503-3D98-4A06-8012-C1FA64AB56DF}"/>
              </a:ext>
            </a:extLst>
          </p:cNvPr>
          <p:cNvSpPr>
            <a:spLocks xmlns:a="http://schemas.openxmlformats.org/drawingml/2006/main" noGrp="1"/>
          </p:cNvSpPr>
          <p:nvPr/>
        </p:nvSpPr>
        <p:spPr>
          <a:xfrm xmlns:a="http://schemas.openxmlformats.org/drawingml/2006/main">
            <a:off x="685800" y="4248150"/>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1B1D19"/>
                </a:solidFill>
                <a:latin typeface="Pretendard"/>
                <a:ea typeface="Pretendard"/>
                <a:cs typeface="Pretendard"/>
              </a:defRPr>
            </a:defPPr>
          </a:lstStyle>
          <a:p xmlns:a="http://schemas.openxmlformats.org/drawingml/2006/main">
            <a:pPr>
              <a:defRPr sz="2475" b="1">
                <a:solidFill>
                  <a:srgbClr val="1B1D19"/>
                </a:solidFill>
                <a:latin typeface="Pretendard"/>
                <a:ea typeface="Pretendard"/>
                <a:cs typeface="Pretendard"/>
              </a:defRPr>
            </a:pPr>
            <a:r>
              <a:rPr sz="2475" b="1">
                <a:solidFill>
                  <a:srgbClr val="1B1D19"/>
                </a:solidFill>
                <a:latin typeface="Pretendard"/>
                <a:ea typeface="Pretendard"/>
                <a:cs typeface="Pretendard"/>
              </a:rPr>
              <a:t>MegaFill</a:t>
            </a:r>
          </a:p>
        </p:txBody>
      </p:sp>
      <p:sp>
        <p:nvSpPr>
          <p:cNvPr id="8" name="">
            <a:extLst xmlns:a="http://schemas.openxmlformats.org/drawingml/2006/main">
              <a:ext uri="{FF2B5EF4-FFF2-40B4-BE49-F238E27FC236}">
                <a16:creationId xmlns:a16="http://schemas.microsoft.com/office/drawing/2014/main" id="{785503D1-CB32-4F1A-AEA1-D641502C045C}"/>
              </a:ext>
            </a:extLst>
          </p:cNvPr>
          <p:cNvSpPr>
            <a:spLocks xmlns:a="http://schemas.openxmlformats.org/drawingml/2006/main" noGrp="1"/>
          </p:cNvSpPr>
          <p:nvPr/>
        </p:nvSpPr>
        <p:spPr>
          <a:xfrm xmlns:a="http://schemas.openxmlformats.org/drawingml/2006/main">
            <a:off x="685800" y="4838700"/>
            <a:ext cx="49720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B7265"/>
                </a:solidFill>
                <a:latin typeface="Pretendard"/>
                <a:ea typeface="Pretendard"/>
                <a:cs typeface="Pretendard"/>
              </a:defRPr>
            </a:defPPr>
          </a:lstStyle>
          <a:p xmlns:a="http://schemas.openxmlformats.org/drawingml/2006/main">
            <a:pPr>
              <a:defRPr sz="1800" b="0">
                <a:solidFill>
                  <a:srgbClr val="6B7265"/>
                </a:solidFill>
                <a:latin typeface="Pretendard"/>
                <a:ea typeface="Pretendard"/>
                <a:cs typeface="Pretendard"/>
              </a:defRPr>
            </a:pPr>
            <a:r>
              <a:rPr sz="1800" b="0">
                <a:solidFill>
                  <a:srgbClr val="6B7265"/>
                </a:solidFill>
                <a:latin typeface="Pretendard"/>
                <a:ea typeface="Pretendard"/>
                <a:cs typeface="Pretendard"/>
              </a:rPr>
              <a:t>Micronized acellular dermal matrix</a:t>
            </a:r>
          </a:p>
        </p:txBody>
      </p:sp>
      <p:sp>
        <p:nvSpPr>
          <p:cNvPr id="9" name="">
            <a:extLst xmlns:a="http://schemas.openxmlformats.org/drawingml/2006/main">
              <a:ext uri="{FF2B5EF4-FFF2-40B4-BE49-F238E27FC236}">
                <a16:creationId xmlns:a16="http://schemas.microsoft.com/office/drawing/2014/main" id="{D4BA40E3-F0DE-4448-B9DE-5809182C49E7}"/>
              </a:ext>
            </a:extLst>
          </p:cNvPr>
          <p:cNvSpPr>
            <a:spLocks xmlns:a="http://schemas.openxmlformats.org/drawingml/2006/main" noGrp="1"/>
          </p:cNvSpPr>
          <p:nvPr/>
        </p:nvSpPr>
        <p:spPr>
          <a:xfrm xmlns:a="http://schemas.openxmlformats.org/drawingml/2006/main">
            <a:off x="6248400" y="2333625"/>
            <a:ext cx="5257800" cy="3209925"/>
          </a:xfrm>
          <a:prstGeom xmlns:a="http://schemas.openxmlformats.org/drawingml/2006/main" prst="rect">
            <a:avLst/>
          </a:prstGeom>
          <a:solidFill xmlns:a="http://schemas.openxmlformats.org/drawingml/2006/main">
            <a:srgbClr val="F4F3EE"/>
          </a:solidFill>
          <a:ln xmlns:a="http://schemas.openxmlformats.org/drawingml/2006/main" w="0">
            <a:noFill/>
          </a:ln>
        </p:spPr>
      </p:sp>
      <p:pic>
        <p:nvPicPr>
          <p:cNvPr id="10" name="">
            <a:extLst xmlns:a="http://schemas.openxmlformats.org/drawingml/2006/main">
              <a:ext uri="{FF2B5EF4-FFF2-40B4-BE49-F238E27FC236}">
                <a16:creationId xmlns:a16="http://schemas.microsoft.com/office/drawing/2014/main" id="{8108C06A-191A-4E36-9373-41FE0A14318A}"/>
              </a:ext>
            </a:extLst>
          </p:cNvPr>
          <p:cNvPicPr>
            <a:picLocks xmlns:a="http://schemas.openxmlformats.org/drawingml/2006/main" noChangeAspect="1"/>
          </p:cNvPicPr>
          <p:nvPr/>
        </p:nvPicPr>
        <p:blipFill>
          <a:blip xmlns:r="http://schemas.openxmlformats.org/officeDocument/2006/relationships" xmlns:a="http://schemas.openxmlformats.org/drawingml/2006/main" r:embed="R83ae52e145c84415"/>
          <a:stretch xmlns:a="http://schemas.openxmlformats.org/drawingml/2006/main"/>
        </p:blipFill>
        <p:spPr>
          <a:xfrm xmlns:a="http://schemas.openxmlformats.org/drawingml/2006/main">
            <a:off x="6343650" y="2507820"/>
            <a:ext cx="5067300" cy="2861534"/>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3474C657-2D64-416C-8D2F-41F002551EDE}"/>
              </a:ext>
            </a:extLst>
          </p:cNvPr>
          <p:cNvSpPr>
            <a:spLocks xmlns:a="http://schemas.openxmlformats.org/drawingml/2006/main" noGrp="1"/>
          </p:cNvSpPr>
          <p:nvPr/>
        </p:nvSpPr>
        <p:spPr>
          <a:xfrm xmlns:a="http://schemas.openxmlformats.org/drawingml/2006/main">
            <a:off x="685800" y="601980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B7265"/>
                </a:solidFill>
                <a:latin typeface="Pretendard"/>
                <a:ea typeface="Pretendard"/>
                <a:cs typeface="Pretendard"/>
              </a:defRPr>
            </a:defPPr>
          </a:lstStyle>
          <a:p xmlns:a="http://schemas.openxmlformats.org/drawingml/2006/main">
            <a:pPr>
              <a:defRPr sz="1050" b="0">
                <a:solidFill>
                  <a:srgbClr val="6B7265"/>
                </a:solidFill>
                <a:latin typeface="Pretendard"/>
                <a:ea typeface="Pretendard"/>
                <a:cs typeface="Pretendard"/>
              </a:defRPr>
            </a:pPr>
            <a:r>
              <a:rPr sz="1050" b="0">
                <a:solidFill>
                  <a:srgbClr val="6B7265"/>
                </a:solidFill>
                <a:latin typeface="Pretendard"/>
                <a:ea typeface="Pretendard"/>
                <a:cs typeface="Pretendard"/>
              </a:rPr>
              <a:t>MegaDerm stock at HIGHST: 3–5 mm / 5 × 6, 5 × 8, 5 × 10, 6 × 12 cm</a:t>
            </a:r>
          </a:p>
        </p:txBody>
      </p:sp>
      <p:sp>
        <p:nvSpPr>
          <p:cNvPr id="12" name="">
            <a:extLst xmlns:a="http://schemas.openxmlformats.org/drawingml/2006/main">
              <a:ext uri="{FF2B5EF4-FFF2-40B4-BE49-F238E27FC236}">
                <a16:creationId xmlns:a16="http://schemas.microsoft.com/office/drawing/2014/main" id="{F928B746-5265-4566-A7F8-F5B97EC7070B}"/>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3" name="">
            <a:extLst xmlns:a="http://schemas.openxmlformats.org/drawingml/2006/main">
              <a:ext uri="{FF2B5EF4-FFF2-40B4-BE49-F238E27FC236}">
                <a16:creationId xmlns:a16="http://schemas.microsoft.com/office/drawing/2014/main" id="{99294542-5840-44B2-A5CC-9A2A65DC892C}"/>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03</a:t>
            </a:r>
          </a:p>
        </p:txBody>
      </p:sp>
    </p:spTree>
    <p:extLst>
      <p:ext uri="{BB962C8B-B14F-4D97-AF65-F5344CB8AC3E}">
        <p14:creationId xmlns:p14="http://schemas.microsoft.com/office/powerpoint/2010/main" val="134800558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F5C1FA-C9BD-4BEC-BEA6-46D2B26D6FA6}"/>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EVALUATION</a:t>
            </a:r>
          </a:p>
        </p:txBody>
      </p:sp>
      <p:sp>
        <p:nvSpPr>
          <p:cNvPr id="2" name="">
            <a:extLst xmlns:a="http://schemas.openxmlformats.org/drawingml/2006/main">
              <a:ext uri="{FF2B5EF4-FFF2-40B4-BE49-F238E27FC236}">
                <a16:creationId xmlns:a16="http://schemas.microsoft.com/office/drawing/2014/main" id="{04E0CFBE-2B10-4520-B9C1-63DCA71D1F20}"/>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Patient Questionnaires</a:t>
            </a:r>
          </a:p>
        </p:txBody>
      </p:sp>
      <p:sp>
        <p:nvSpPr>
          <p:cNvPr id="3" name="">
            <a:extLst xmlns:a="http://schemas.openxmlformats.org/drawingml/2006/main">
              <a:ext uri="{FF2B5EF4-FFF2-40B4-BE49-F238E27FC236}">
                <a16:creationId xmlns:a16="http://schemas.microsoft.com/office/drawing/2014/main" id="{5258DF64-27C3-4B5B-BE98-82C4B2FAC97F}"/>
              </a:ext>
            </a:extLst>
          </p:cNvPr>
          <p:cNvSpPr>
            <a:spLocks xmlns:a="http://schemas.openxmlformats.org/drawingml/2006/main" noGrp="1"/>
          </p:cNvSpPr>
          <p:nvPr/>
        </p:nvSpPr>
        <p:spPr>
          <a:xfrm xmlns:a="http://schemas.openxmlformats.org/drawingml/2006/main">
            <a:off x="685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BAD99DC-EFF8-4799-86CE-0AFA8FF88EDD}"/>
              </a:ext>
            </a:extLst>
          </p:cNvPr>
          <p:cNvSpPr>
            <a:spLocks xmlns:a="http://schemas.openxmlformats.org/drawingml/2006/main" noGrp="1"/>
          </p:cNvSpPr>
          <p:nvPr/>
        </p:nvSpPr>
        <p:spPr>
          <a:xfrm xmlns:a="http://schemas.openxmlformats.org/drawingml/2006/main">
            <a:off x="685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IIEF</a:t>
            </a:r>
          </a:p>
        </p:txBody>
      </p:sp>
      <p:sp>
        <p:nvSpPr>
          <p:cNvPr id="5" name="">
            <a:extLst xmlns:a="http://schemas.openxmlformats.org/drawingml/2006/main">
              <a:ext uri="{FF2B5EF4-FFF2-40B4-BE49-F238E27FC236}">
                <a16:creationId xmlns:a16="http://schemas.microsoft.com/office/drawing/2014/main" id="{B2D73DAB-9676-4220-A18F-E7D75FD2455E}"/>
              </a:ext>
            </a:extLst>
          </p:cNvPr>
          <p:cNvSpPr>
            <a:spLocks xmlns:a="http://schemas.openxmlformats.org/drawingml/2006/main" noGrp="1"/>
          </p:cNvSpPr>
          <p:nvPr/>
        </p:nvSpPr>
        <p:spPr>
          <a:xfrm xmlns:a="http://schemas.openxmlformats.org/drawingml/2006/main">
            <a:off x="685800" y="3581400"/>
            <a:ext cx="51054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International Index</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of Erectile Function</a:t>
            </a:r>
          </a:p>
        </p:txBody>
      </p:sp>
      <p:sp>
        <p:nvSpPr>
          <p:cNvPr id="6" name="">
            <a:extLst xmlns:a="http://schemas.openxmlformats.org/drawingml/2006/main">
              <a:ext uri="{FF2B5EF4-FFF2-40B4-BE49-F238E27FC236}">
                <a16:creationId xmlns:a16="http://schemas.microsoft.com/office/drawing/2014/main" id="{E53EA957-DD2F-4A4A-B16D-4D2229E33E0B}"/>
              </a:ext>
            </a:extLst>
          </p:cNvPr>
          <p:cNvSpPr>
            <a:spLocks xmlns:a="http://schemas.openxmlformats.org/drawingml/2006/main" noGrp="1"/>
          </p:cNvSpPr>
          <p:nvPr/>
        </p:nvSpPr>
        <p:spPr>
          <a:xfrm xmlns:a="http://schemas.openxmlformats.org/drawingml/2006/main">
            <a:off x="6400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58CCED7-97FA-4997-86D9-1E9E89087E0C}"/>
              </a:ext>
            </a:extLst>
          </p:cNvPr>
          <p:cNvSpPr>
            <a:spLocks xmlns:a="http://schemas.openxmlformats.org/drawingml/2006/main" noGrp="1"/>
          </p:cNvSpPr>
          <p:nvPr/>
        </p:nvSpPr>
        <p:spPr>
          <a:xfrm xmlns:a="http://schemas.openxmlformats.org/drawingml/2006/main">
            <a:off x="6400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PEDT</a:t>
            </a:r>
          </a:p>
        </p:txBody>
      </p:sp>
      <p:sp>
        <p:nvSpPr>
          <p:cNvPr id="8" name="">
            <a:extLst xmlns:a="http://schemas.openxmlformats.org/drawingml/2006/main">
              <a:ext uri="{FF2B5EF4-FFF2-40B4-BE49-F238E27FC236}">
                <a16:creationId xmlns:a16="http://schemas.microsoft.com/office/drawing/2014/main" id="{1CE2ED1A-C06B-473D-B0F2-53C9397C6A4E}"/>
              </a:ext>
            </a:extLst>
          </p:cNvPr>
          <p:cNvSpPr>
            <a:spLocks xmlns:a="http://schemas.openxmlformats.org/drawingml/2006/main" noGrp="1"/>
          </p:cNvSpPr>
          <p:nvPr/>
        </p:nvSpPr>
        <p:spPr>
          <a:xfrm xmlns:a="http://schemas.openxmlformats.org/drawingml/2006/main">
            <a:off x="6400800" y="3581400"/>
            <a:ext cx="51054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Premature Ejaculation</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Diagnostic Tool</a:t>
            </a:r>
          </a:p>
        </p:txBody>
      </p:sp>
      <p:sp>
        <p:nvSpPr>
          <p:cNvPr id="9" name="">
            <a:extLst xmlns:a="http://schemas.openxmlformats.org/drawingml/2006/main">
              <a:ext uri="{FF2B5EF4-FFF2-40B4-BE49-F238E27FC236}">
                <a16:creationId xmlns:a16="http://schemas.microsoft.com/office/drawing/2014/main" id="{658B2F2C-8078-4395-A961-D4641AAF4D9E}"/>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0" name="">
            <a:extLst xmlns:a="http://schemas.openxmlformats.org/drawingml/2006/main">
              <a:ext uri="{FF2B5EF4-FFF2-40B4-BE49-F238E27FC236}">
                <a16:creationId xmlns:a16="http://schemas.microsoft.com/office/drawing/2014/main" id="{93B7FDB5-7333-4128-9FA8-3EEDECE0D3FF}"/>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04</a:t>
            </a:r>
          </a:p>
        </p:txBody>
      </p:sp>
    </p:spTree>
    <p:extLst>
      <p:ext uri="{BB962C8B-B14F-4D97-AF65-F5344CB8AC3E}">
        <p14:creationId xmlns:p14="http://schemas.microsoft.com/office/powerpoint/2010/main" val="185013845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EBCD9F-2ED8-4215-B12E-397822845202}"/>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EVALUATION</a:t>
            </a:r>
          </a:p>
        </p:txBody>
      </p:sp>
      <p:sp>
        <p:nvSpPr>
          <p:cNvPr id="2" name="">
            <a:extLst xmlns:a="http://schemas.openxmlformats.org/drawingml/2006/main">
              <a:ext uri="{FF2B5EF4-FFF2-40B4-BE49-F238E27FC236}">
                <a16:creationId xmlns:a16="http://schemas.microsoft.com/office/drawing/2014/main" id="{52CDAA3B-7677-45C1-A057-9A5B9DFF40D3}"/>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Laboratory &amp; Infection Screening</a:t>
            </a:r>
          </a:p>
        </p:txBody>
      </p:sp>
      <p:sp>
        <p:nvSpPr>
          <p:cNvPr id="3" name="">
            <a:extLst xmlns:a="http://schemas.openxmlformats.org/drawingml/2006/main">
              <a:ext uri="{FF2B5EF4-FFF2-40B4-BE49-F238E27FC236}">
                <a16:creationId xmlns:a16="http://schemas.microsoft.com/office/drawing/2014/main" id="{2D616E45-7D06-4057-A9B6-CCC9CBDE9193}"/>
              </a:ext>
            </a:extLst>
          </p:cNvPr>
          <p:cNvSpPr>
            <a:spLocks xmlns:a="http://schemas.openxmlformats.org/drawingml/2006/main" noGrp="1"/>
          </p:cNvSpPr>
          <p:nvPr/>
        </p:nvSpPr>
        <p:spPr>
          <a:xfrm xmlns:a="http://schemas.openxmlformats.org/drawingml/2006/main">
            <a:off x="685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B285D62-AE7E-4569-95FA-CF896AAD45AA}"/>
              </a:ext>
            </a:extLst>
          </p:cNvPr>
          <p:cNvSpPr>
            <a:spLocks xmlns:a="http://schemas.openxmlformats.org/drawingml/2006/main" noGrp="1"/>
          </p:cNvSpPr>
          <p:nvPr/>
        </p:nvSpPr>
        <p:spPr>
          <a:xfrm xmlns:a="http://schemas.openxmlformats.org/drawingml/2006/main">
            <a:off x="685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Blood tests</a:t>
            </a:r>
          </a:p>
        </p:txBody>
      </p:sp>
      <p:sp>
        <p:nvSpPr>
          <p:cNvPr id="5" name="">
            <a:extLst xmlns:a="http://schemas.openxmlformats.org/drawingml/2006/main">
              <a:ext uri="{FF2B5EF4-FFF2-40B4-BE49-F238E27FC236}">
                <a16:creationId xmlns:a16="http://schemas.microsoft.com/office/drawing/2014/main" id="{A29E4B90-374D-449F-A42D-C9BCFCD621E0}"/>
              </a:ext>
            </a:extLst>
          </p:cNvPr>
          <p:cNvSpPr>
            <a:spLocks xmlns:a="http://schemas.openxmlformats.org/drawingml/2006/main" noGrp="1"/>
          </p:cNvSpPr>
          <p:nvPr/>
        </p:nvSpPr>
        <p:spPr>
          <a:xfrm xmlns:a="http://schemas.openxmlformats.org/drawingml/2006/main">
            <a:off x="685800" y="3581400"/>
            <a:ext cx="51054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Blood coagulation tests</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Complete blood count (CBC)</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Prostate-specific antigen (PSA)</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Blood glucose</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HbA1c (glycated hemoglobin)</a:t>
            </a:r>
          </a:p>
        </p:txBody>
      </p:sp>
      <p:sp>
        <p:nvSpPr>
          <p:cNvPr id="6" name="">
            <a:extLst xmlns:a="http://schemas.openxmlformats.org/drawingml/2006/main">
              <a:ext uri="{FF2B5EF4-FFF2-40B4-BE49-F238E27FC236}">
                <a16:creationId xmlns:a16="http://schemas.microsoft.com/office/drawing/2014/main" id="{967778B0-6A49-4F7E-AD2E-E83A2213A4ED}"/>
              </a:ext>
            </a:extLst>
          </p:cNvPr>
          <p:cNvSpPr>
            <a:spLocks xmlns:a="http://schemas.openxmlformats.org/drawingml/2006/main" noGrp="1"/>
          </p:cNvSpPr>
          <p:nvPr/>
        </p:nvSpPr>
        <p:spPr>
          <a:xfrm xmlns:a="http://schemas.openxmlformats.org/drawingml/2006/main">
            <a:off x="6400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8EA2078-2D58-4F8F-AF1C-EE34DDFF9A24}"/>
              </a:ext>
            </a:extLst>
          </p:cNvPr>
          <p:cNvSpPr>
            <a:spLocks xmlns:a="http://schemas.openxmlformats.org/drawingml/2006/main" noGrp="1"/>
          </p:cNvSpPr>
          <p:nvPr/>
        </p:nvSpPr>
        <p:spPr>
          <a:xfrm xmlns:a="http://schemas.openxmlformats.org/drawingml/2006/main">
            <a:off x="6400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Screening and other tests</a:t>
            </a:r>
          </a:p>
        </p:txBody>
      </p:sp>
      <p:sp>
        <p:nvSpPr>
          <p:cNvPr id="8" name="">
            <a:extLst xmlns:a="http://schemas.openxmlformats.org/drawingml/2006/main">
              <a:ext uri="{FF2B5EF4-FFF2-40B4-BE49-F238E27FC236}">
                <a16:creationId xmlns:a16="http://schemas.microsoft.com/office/drawing/2014/main" id="{9E0AC341-9617-42C7-A62B-709B114E118B}"/>
              </a:ext>
            </a:extLst>
          </p:cNvPr>
          <p:cNvSpPr>
            <a:spLocks xmlns:a="http://schemas.openxmlformats.org/drawingml/2006/main" noGrp="1"/>
          </p:cNvSpPr>
          <p:nvPr/>
        </p:nvSpPr>
        <p:spPr>
          <a:xfrm xmlns:a="http://schemas.openxmlformats.org/drawingml/2006/main">
            <a:off x="6400800" y="3581400"/>
            <a:ext cx="51054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HPV testing</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Syphilis testing</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Urine testing</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Liver function</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Inflammatory markers</a:t>
            </a:r>
          </a:p>
        </p:txBody>
      </p:sp>
      <p:sp>
        <p:nvSpPr>
          <p:cNvPr id="9" name="">
            <a:extLst xmlns:a="http://schemas.openxmlformats.org/drawingml/2006/main">
              <a:ext uri="{FF2B5EF4-FFF2-40B4-BE49-F238E27FC236}">
                <a16:creationId xmlns:a16="http://schemas.microsoft.com/office/drawing/2014/main" id="{E84E5F96-52C6-4ED9-AAFC-06C89511FECD}"/>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0" name="">
            <a:extLst xmlns:a="http://schemas.openxmlformats.org/drawingml/2006/main">
              <a:ext uri="{FF2B5EF4-FFF2-40B4-BE49-F238E27FC236}">
                <a16:creationId xmlns:a16="http://schemas.microsoft.com/office/drawing/2014/main" id="{5138FC81-1ECC-46E1-A12B-FC02F519110C}"/>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05</a:t>
            </a:r>
          </a:p>
        </p:txBody>
      </p:sp>
    </p:spTree>
    <p:extLst>
      <p:ext uri="{BB962C8B-B14F-4D97-AF65-F5344CB8AC3E}">
        <p14:creationId xmlns:p14="http://schemas.microsoft.com/office/powerpoint/2010/main" val="108670540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7A4D98-DABD-4C34-8447-840D20477763}"/>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EVALUATION</a:t>
            </a:r>
          </a:p>
        </p:txBody>
      </p:sp>
      <p:sp>
        <p:nvSpPr>
          <p:cNvPr id="2" name="">
            <a:extLst xmlns:a="http://schemas.openxmlformats.org/drawingml/2006/main">
              <a:ext uri="{FF2B5EF4-FFF2-40B4-BE49-F238E27FC236}">
                <a16:creationId xmlns:a16="http://schemas.microsoft.com/office/drawing/2014/main" id="{2885118C-1C0D-49BA-9F77-B07F503FCBE6}"/>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Physical Examination</a:t>
            </a:r>
          </a:p>
        </p:txBody>
      </p:sp>
      <p:sp>
        <p:nvSpPr>
          <p:cNvPr id="3" name="">
            <a:extLst xmlns:a="http://schemas.openxmlformats.org/drawingml/2006/main">
              <a:ext uri="{FF2B5EF4-FFF2-40B4-BE49-F238E27FC236}">
                <a16:creationId xmlns:a16="http://schemas.microsoft.com/office/drawing/2014/main" id="{99141F39-792F-4224-AF93-11A48237D807}"/>
              </a:ext>
            </a:extLst>
          </p:cNvPr>
          <p:cNvSpPr>
            <a:spLocks xmlns:a="http://schemas.openxmlformats.org/drawingml/2006/main" noGrp="1"/>
          </p:cNvSpPr>
          <p:nvPr/>
        </p:nvSpPr>
        <p:spPr>
          <a:xfrm xmlns:a="http://schemas.openxmlformats.org/drawingml/2006/main">
            <a:off x="685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3041062-A39F-499B-97A9-CB0C267EC7E4}"/>
              </a:ext>
            </a:extLst>
          </p:cNvPr>
          <p:cNvSpPr>
            <a:spLocks xmlns:a="http://schemas.openxmlformats.org/drawingml/2006/main" noGrp="1"/>
          </p:cNvSpPr>
          <p:nvPr/>
        </p:nvSpPr>
        <p:spPr>
          <a:xfrm xmlns:a="http://schemas.openxmlformats.org/drawingml/2006/main">
            <a:off x="685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Penile length measurement</a:t>
            </a:r>
          </a:p>
        </p:txBody>
      </p:sp>
      <p:sp>
        <p:nvSpPr>
          <p:cNvPr id="5" name="">
            <a:extLst xmlns:a="http://schemas.openxmlformats.org/drawingml/2006/main">
              <a:ext uri="{FF2B5EF4-FFF2-40B4-BE49-F238E27FC236}">
                <a16:creationId xmlns:a16="http://schemas.microsoft.com/office/drawing/2014/main" id="{E96C56F6-A6DE-415A-B921-EF0E68A0111B}"/>
              </a:ext>
            </a:extLst>
          </p:cNvPr>
          <p:cNvSpPr>
            <a:spLocks xmlns:a="http://schemas.openxmlformats.org/drawingml/2006/main" noGrp="1"/>
          </p:cNvSpPr>
          <p:nvPr/>
        </p:nvSpPr>
        <p:spPr>
          <a:xfrm xmlns:a="http://schemas.openxmlformats.org/drawingml/2006/main">
            <a:off x="685800" y="3581400"/>
            <a:ext cx="51054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Flaccid length</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Stretched length</a:t>
            </a:r>
          </a:p>
        </p:txBody>
      </p:sp>
      <p:sp>
        <p:nvSpPr>
          <p:cNvPr id="6" name="">
            <a:extLst xmlns:a="http://schemas.openxmlformats.org/drawingml/2006/main">
              <a:ext uri="{FF2B5EF4-FFF2-40B4-BE49-F238E27FC236}">
                <a16:creationId xmlns:a16="http://schemas.microsoft.com/office/drawing/2014/main" id="{410B884D-F818-4D1B-90D6-B7D3CAB08AFA}"/>
              </a:ext>
            </a:extLst>
          </p:cNvPr>
          <p:cNvSpPr>
            <a:spLocks xmlns:a="http://schemas.openxmlformats.org/drawingml/2006/main" noGrp="1"/>
          </p:cNvSpPr>
          <p:nvPr/>
        </p:nvSpPr>
        <p:spPr>
          <a:xfrm xmlns:a="http://schemas.openxmlformats.org/drawingml/2006/main">
            <a:off x="6400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85A6D49-4DBA-4DC9-9FE5-91816415E5F3}"/>
              </a:ext>
            </a:extLst>
          </p:cNvPr>
          <p:cNvSpPr>
            <a:spLocks xmlns:a="http://schemas.openxmlformats.org/drawingml/2006/main" noGrp="1"/>
          </p:cNvSpPr>
          <p:nvPr/>
        </p:nvSpPr>
        <p:spPr>
          <a:xfrm xmlns:a="http://schemas.openxmlformats.org/drawingml/2006/main">
            <a:off x="6400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Penile biothesiometry</a:t>
            </a:r>
          </a:p>
        </p:txBody>
      </p:sp>
      <p:sp>
        <p:nvSpPr>
          <p:cNvPr id="8" name="">
            <a:extLst xmlns:a="http://schemas.openxmlformats.org/drawingml/2006/main">
              <a:ext uri="{FF2B5EF4-FFF2-40B4-BE49-F238E27FC236}">
                <a16:creationId xmlns:a16="http://schemas.microsoft.com/office/drawing/2014/main" id="{3C1C009A-CFDD-4D70-81AB-7399AEFBDB59}"/>
              </a:ext>
            </a:extLst>
          </p:cNvPr>
          <p:cNvSpPr>
            <a:spLocks xmlns:a="http://schemas.openxmlformats.org/drawingml/2006/main" noGrp="1"/>
          </p:cNvSpPr>
          <p:nvPr/>
        </p:nvSpPr>
        <p:spPr>
          <a:xfrm xmlns:a="http://schemas.openxmlformats.org/drawingml/2006/main">
            <a:off x="6400800" y="3581400"/>
            <a:ext cx="51054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Vibration perception threshold</a:t>
            </a:r>
          </a:p>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Penile sensitivity assessment</a:t>
            </a:r>
          </a:p>
        </p:txBody>
      </p:sp>
      <p:sp>
        <p:nvSpPr>
          <p:cNvPr id="9" name="">
            <a:extLst xmlns:a="http://schemas.openxmlformats.org/drawingml/2006/main">
              <a:ext uri="{FF2B5EF4-FFF2-40B4-BE49-F238E27FC236}">
                <a16:creationId xmlns:a16="http://schemas.microsoft.com/office/drawing/2014/main" id="{0431776F-2570-4FBE-8133-1D5DDB06CB81}"/>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0" name="">
            <a:extLst xmlns:a="http://schemas.openxmlformats.org/drawingml/2006/main">
              <a:ext uri="{FF2B5EF4-FFF2-40B4-BE49-F238E27FC236}">
                <a16:creationId xmlns:a16="http://schemas.microsoft.com/office/drawing/2014/main" id="{87916EE4-6C36-42B8-8427-F0CB45660A15}"/>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06</a:t>
            </a:r>
          </a:p>
        </p:txBody>
      </p:sp>
    </p:spTree>
    <p:extLst>
      <p:ext uri="{BB962C8B-B14F-4D97-AF65-F5344CB8AC3E}">
        <p14:creationId xmlns:p14="http://schemas.microsoft.com/office/powerpoint/2010/main" val="23662240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CE9A5A0-C847-494F-BBB8-31AB0FC0D892}"/>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PREPARATION</a:t>
            </a:r>
          </a:p>
        </p:txBody>
      </p:sp>
      <p:sp>
        <p:nvSpPr>
          <p:cNvPr id="2" name="">
            <a:extLst xmlns:a="http://schemas.openxmlformats.org/drawingml/2006/main">
              <a:ext uri="{FF2B5EF4-FFF2-40B4-BE49-F238E27FC236}">
                <a16:creationId xmlns:a16="http://schemas.microsoft.com/office/drawing/2014/main" id="{95D00165-6D68-494A-A980-DF1181E81F5F}"/>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Surgical Preparation</a:t>
            </a:r>
          </a:p>
        </p:txBody>
      </p:sp>
      <p:sp>
        <p:nvSpPr>
          <p:cNvPr id="3" name="">
            <a:extLst xmlns:a="http://schemas.openxmlformats.org/drawingml/2006/main">
              <a:ext uri="{FF2B5EF4-FFF2-40B4-BE49-F238E27FC236}">
                <a16:creationId xmlns:a16="http://schemas.microsoft.com/office/drawing/2014/main" id="{FB106567-E7FB-4BC2-B194-4712F8924CE8}"/>
              </a:ext>
            </a:extLst>
          </p:cNvPr>
          <p:cNvSpPr>
            <a:spLocks xmlns:a="http://schemas.openxmlformats.org/drawingml/2006/main" noGrp="1"/>
          </p:cNvSpPr>
          <p:nvPr/>
        </p:nvSpPr>
        <p:spPr>
          <a:xfrm xmlns:a="http://schemas.openxmlformats.org/drawingml/2006/main">
            <a:off x="685800" y="1905000"/>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6B7265"/>
                </a:solidFill>
                <a:latin typeface="Pretendard"/>
                <a:ea typeface="Pretendard"/>
                <a:cs typeface="Pretendard"/>
              </a:defRPr>
            </a:defPPr>
          </a:lstStyle>
          <a:p xmlns:a="http://schemas.openxmlformats.org/drawingml/2006/main">
            <a:pPr>
              <a:defRPr sz="2025" b="0">
                <a:solidFill>
                  <a:srgbClr val="6B7265"/>
                </a:solidFill>
                <a:latin typeface="Pretendard"/>
                <a:ea typeface="Pretendard"/>
                <a:cs typeface="Pretendard"/>
              </a:defRPr>
            </a:pPr>
            <a:r>
              <a:rPr sz="2025" b="0">
                <a:solidFill>
                  <a:srgbClr val="6B7265"/>
                </a:solidFill>
                <a:latin typeface="Pretendard"/>
                <a:ea typeface="Pretendard"/>
                <a:cs typeface="Pretendard"/>
              </a:rPr>
              <a:t>Shaving and Draping</a:t>
            </a:r>
          </a:p>
        </p:txBody>
      </p:sp>
      <p:sp>
        <p:nvSpPr>
          <p:cNvPr id="4" name="">
            <a:extLst xmlns:a="http://schemas.openxmlformats.org/drawingml/2006/main">
              <a:ext uri="{FF2B5EF4-FFF2-40B4-BE49-F238E27FC236}">
                <a16:creationId xmlns:a16="http://schemas.microsoft.com/office/drawing/2014/main" id="{D2096399-3272-4D35-B8EC-4E1F47A8A6D7}"/>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92C0A0-3EFC-465A-B81C-2B248048DB48}"/>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16B356D-D8B3-40CC-B0FF-DAB12EF044BC}"/>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7" name="">
            <a:extLst xmlns:a="http://schemas.openxmlformats.org/drawingml/2006/main">
              <a:ext uri="{FF2B5EF4-FFF2-40B4-BE49-F238E27FC236}">
                <a16:creationId xmlns:a16="http://schemas.microsoft.com/office/drawing/2014/main" id="{A3FE2D87-F399-462E-8053-1B60C9B20371}"/>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07</a:t>
            </a:r>
          </a:p>
        </p:txBody>
      </p:sp>
    </p:spTree>
    <p:extLst>
      <p:ext uri="{BB962C8B-B14F-4D97-AF65-F5344CB8AC3E}">
        <p14:creationId xmlns:p14="http://schemas.microsoft.com/office/powerpoint/2010/main" val="214318524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99248E-09AA-410A-B19C-E79EF6B3C388}"/>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1</a:t>
            </a:r>
          </a:p>
        </p:txBody>
      </p:sp>
      <p:sp>
        <p:nvSpPr>
          <p:cNvPr id="2" name="">
            <a:extLst xmlns:a="http://schemas.openxmlformats.org/drawingml/2006/main">
              <a:ext uri="{FF2B5EF4-FFF2-40B4-BE49-F238E27FC236}">
                <a16:creationId xmlns:a16="http://schemas.microsoft.com/office/drawing/2014/main" id="{FE6E7A5B-691A-4104-B374-8C0977151C77}"/>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Pubic Incision</a:t>
            </a:r>
          </a:p>
        </p:txBody>
      </p:sp>
      <p:sp>
        <p:nvSpPr>
          <p:cNvPr id="3" name="">
            <a:extLst xmlns:a="http://schemas.openxmlformats.org/drawingml/2006/main">
              <a:ext uri="{FF2B5EF4-FFF2-40B4-BE49-F238E27FC236}">
                <a16:creationId xmlns:a16="http://schemas.microsoft.com/office/drawing/2014/main" id="{FBD50AA4-1686-4523-80E6-AACCAA787376}"/>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C20EA18-3AE7-4C10-BE6B-B15781DAD9C6}"/>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5BE914-8DEF-4C3A-8475-EF10D7393F60}"/>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27861A6D-A58F-4794-BCCF-A177E16B717B}"/>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08</a:t>
            </a:r>
          </a:p>
        </p:txBody>
      </p:sp>
    </p:spTree>
    <p:extLst>
      <p:ext uri="{BB962C8B-B14F-4D97-AF65-F5344CB8AC3E}">
        <p14:creationId xmlns:p14="http://schemas.microsoft.com/office/powerpoint/2010/main" val="156479983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A3E417-F6F1-4190-AC1C-C4F691BA177D}"/>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2</a:t>
            </a:r>
          </a:p>
        </p:txBody>
      </p:sp>
      <p:sp>
        <p:nvSpPr>
          <p:cNvPr id="2" name="">
            <a:extLst xmlns:a="http://schemas.openxmlformats.org/drawingml/2006/main">
              <a:ext uri="{FF2B5EF4-FFF2-40B4-BE49-F238E27FC236}">
                <a16:creationId xmlns:a16="http://schemas.microsoft.com/office/drawing/2014/main" id="{D77CD645-0E07-4C93-B31E-717B65F5E591}"/>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Circumcision-line Incision</a:t>
            </a:r>
          </a:p>
        </p:txBody>
      </p:sp>
      <p:sp>
        <p:nvSpPr>
          <p:cNvPr id="3" name="">
            <a:extLst xmlns:a="http://schemas.openxmlformats.org/drawingml/2006/main">
              <a:ext uri="{FF2B5EF4-FFF2-40B4-BE49-F238E27FC236}">
                <a16:creationId xmlns:a16="http://schemas.microsoft.com/office/drawing/2014/main" id="{9E326510-E311-4A5E-B0C9-1E786FCCF01A}"/>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DFF8C5B-1466-4933-A2A9-ADFDE69401FC}"/>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25F7F3-79A2-4338-B6A7-5CAEE0200A5C}"/>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3622CEBA-BEA1-4D94-9BA4-EE0D6E5F941C}"/>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09</a:t>
            </a:r>
          </a:p>
        </p:txBody>
      </p:sp>
    </p:spTree>
    <p:extLst>
      <p:ext uri="{BB962C8B-B14F-4D97-AF65-F5344CB8AC3E}">
        <p14:creationId xmlns:p14="http://schemas.microsoft.com/office/powerpoint/2010/main" val="53416025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2BE3D15-ACE0-4D5E-83F1-BDDFEB081C82}"/>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3</a:t>
            </a:r>
          </a:p>
        </p:txBody>
      </p:sp>
      <p:sp>
        <p:nvSpPr>
          <p:cNvPr id="2" name="">
            <a:extLst xmlns:a="http://schemas.openxmlformats.org/drawingml/2006/main">
              <a:ext uri="{FF2B5EF4-FFF2-40B4-BE49-F238E27FC236}">
                <a16:creationId xmlns:a16="http://schemas.microsoft.com/office/drawing/2014/main" id="{038D4BD8-41E3-43D0-84A8-6AD3BA001BC3}"/>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Secondary Dermal Grafting</a:t>
            </a:r>
          </a:p>
        </p:txBody>
      </p:sp>
      <p:sp>
        <p:nvSpPr>
          <p:cNvPr id="3" name="">
            <a:extLst xmlns:a="http://schemas.openxmlformats.org/drawingml/2006/main">
              <a:ext uri="{FF2B5EF4-FFF2-40B4-BE49-F238E27FC236}">
                <a16:creationId xmlns:a16="http://schemas.microsoft.com/office/drawing/2014/main" id="{B8D191B4-66E3-4D73-A05E-38C10DFF53FF}"/>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C9CFD1-0437-4E56-812E-2435E8CE7B25}"/>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0AC76E-F290-41E4-A8D1-986817883B4E}"/>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F8B96786-0866-4819-BC45-45632059886B}"/>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10</a:t>
            </a:r>
          </a:p>
        </p:txBody>
      </p:sp>
    </p:spTree>
    <p:extLst>
      <p:ext uri="{BB962C8B-B14F-4D97-AF65-F5344CB8AC3E}">
        <p14:creationId xmlns:p14="http://schemas.microsoft.com/office/powerpoint/2010/main" val="65852385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5012B8-D0FF-494A-8DCD-81F0BF8AB51A}"/>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4</a:t>
            </a:r>
          </a:p>
        </p:txBody>
      </p:sp>
      <p:sp>
        <p:nvSpPr>
          <p:cNvPr id="2" name="">
            <a:extLst xmlns:a="http://schemas.openxmlformats.org/drawingml/2006/main">
              <a:ext uri="{FF2B5EF4-FFF2-40B4-BE49-F238E27FC236}">
                <a16:creationId xmlns:a16="http://schemas.microsoft.com/office/drawing/2014/main" id="{E1C36471-6E9B-4FD8-B72E-9D39D714D517}"/>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Revision Surgery</a:t>
            </a:r>
          </a:p>
        </p:txBody>
      </p:sp>
      <p:sp>
        <p:nvSpPr>
          <p:cNvPr id="3" name="">
            <a:extLst xmlns:a="http://schemas.openxmlformats.org/drawingml/2006/main">
              <a:ext uri="{FF2B5EF4-FFF2-40B4-BE49-F238E27FC236}">
                <a16:creationId xmlns:a16="http://schemas.microsoft.com/office/drawing/2014/main" id="{2EDDAC19-9688-4730-B9E6-337892C56B41}"/>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F0A7C99-99DE-42BB-947A-4A271945DB81}"/>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F221EA-67D9-4240-8407-80A5B3485F04}"/>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0946B173-3BD1-433E-B28E-A94B36D16DA3}"/>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11</a:t>
            </a:r>
          </a:p>
        </p:txBody>
      </p:sp>
    </p:spTree>
    <p:extLst>
      <p:ext uri="{BB962C8B-B14F-4D97-AF65-F5344CB8AC3E}">
        <p14:creationId xmlns:p14="http://schemas.microsoft.com/office/powerpoint/2010/main" val="2109093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D3BBE8-0691-430C-8DAD-A4EB5A105E29}"/>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CLINICAL CASES / CASE 5</a:t>
            </a:r>
          </a:p>
        </p:txBody>
      </p:sp>
      <p:sp>
        <p:nvSpPr>
          <p:cNvPr id="2" name="">
            <a:extLst xmlns:a="http://schemas.openxmlformats.org/drawingml/2006/main">
              <a:ext uri="{FF2B5EF4-FFF2-40B4-BE49-F238E27FC236}">
                <a16:creationId xmlns:a16="http://schemas.microsoft.com/office/drawing/2014/main" id="{5A3B2B39-9BAE-43D7-AAD1-8FF71D5B148A}"/>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Contour Step-off Correction</a:t>
            </a:r>
          </a:p>
        </p:txBody>
      </p:sp>
      <p:sp>
        <p:nvSpPr>
          <p:cNvPr id="3" name="">
            <a:extLst xmlns:a="http://schemas.openxmlformats.org/drawingml/2006/main">
              <a:ext uri="{FF2B5EF4-FFF2-40B4-BE49-F238E27FC236}">
                <a16:creationId xmlns:a16="http://schemas.microsoft.com/office/drawing/2014/main" id="{79FE073C-10FA-4C5D-B24D-1F2D1F74E221}"/>
              </a:ext>
            </a:extLst>
          </p:cNvPr>
          <p:cNvSpPr>
            <a:spLocks xmlns:a="http://schemas.openxmlformats.org/drawingml/2006/main" noGrp="1"/>
          </p:cNvSpPr>
          <p:nvPr/>
        </p:nvSpPr>
        <p:spPr>
          <a:xfrm xmlns:a="http://schemas.openxmlformats.org/drawingml/2006/main">
            <a:off x="685800" y="2476500"/>
            <a:ext cx="10820400" cy="35242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B816346-CD9B-4996-95B4-F4EA5AA96839}"/>
              </a:ext>
            </a:extLst>
          </p:cNvPr>
          <p:cNvSpPr>
            <a:spLocks xmlns:a="http://schemas.openxmlformats.org/drawingml/2006/main" noGrp="1"/>
          </p:cNvSpPr>
          <p:nvPr/>
        </p:nvSpPr>
        <p:spPr>
          <a:xfrm xmlns:a="http://schemas.openxmlformats.org/drawingml/2006/main">
            <a:off x="685800" y="247650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C54E36-AABC-4246-BF3A-9827C766718D}"/>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6" name="">
            <a:extLst xmlns:a="http://schemas.openxmlformats.org/drawingml/2006/main">
              <a:ext uri="{FF2B5EF4-FFF2-40B4-BE49-F238E27FC236}">
                <a16:creationId xmlns:a16="http://schemas.microsoft.com/office/drawing/2014/main" id="{8BEE52B9-8E31-42EE-954A-FD2DDA19A5AB}"/>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12</a:t>
            </a:r>
          </a:p>
        </p:txBody>
      </p:sp>
    </p:spTree>
    <p:extLst>
      <p:ext uri="{BB962C8B-B14F-4D97-AF65-F5344CB8AC3E}">
        <p14:creationId xmlns:p14="http://schemas.microsoft.com/office/powerpoint/2010/main" val="156462693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5DCA6E4-2AB0-4C7A-A319-EC32C74DC3EA}"/>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COMPLICATIONS</a:t>
            </a:r>
          </a:p>
        </p:txBody>
      </p:sp>
      <p:sp>
        <p:nvSpPr>
          <p:cNvPr id="2" name="">
            <a:extLst xmlns:a="http://schemas.openxmlformats.org/drawingml/2006/main">
              <a:ext uri="{FF2B5EF4-FFF2-40B4-BE49-F238E27FC236}">
                <a16:creationId xmlns:a16="http://schemas.microsoft.com/office/drawing/2014/main" id="{BF605903-5514-4286-AA0F-5C11F8450573}"/>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Potential Complications</a:t>
            </a:r>
          </a:p>
        </p:txBody>
      </p:sp>
      <p:sp>
        <p:nvSpPr>
          <p:cNvPr id="3" name="">
            <a:extLst xmlns:a="http://schemas.openxmlformats.org/drawingml/2006/main">
              <a:ext uri="{FF2B5EF4-FFF2-40B4-BE49-F238E27FC236}">
                <a16:creationId xmlns:a16="http://schemas.microsoft.com/office/drawing/2014/main" id="{92E1628D-96B8-4ED4-8180-B5F9FCDB0C2B}"/>
              </a:ext>
            </a:extLst>
          </p:cNvPr>
          <p:cNvSpPr>
            <a:spLocks xmlns:a="http://schemas.openxmlformats.org/drawingml/2006/main" noGrp="1"/>
          </p:cNvSpPr>
          <p:nvPr/>
        </p:nvSpPr>
        <p:spPr>
          <a:xfrm xmlns:a="http://schemas.openxmlformats.org/drawingml/2006/main">
            <a:off x="685800" y="230505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B395F9D-2789-44D9-AD31-C8428FA6107D}"/>
              </a:ext>
            </a:extLst>
          </p:cNvPr>
          <p:cNvSpPr>
            <a:spLocks xmlns:a="http://schemas.openxmlformats.org/drawingml/2006/main" noGrp="1"/>
          </p:cNvSpPr>
          <p:nvPr/>
        </p:nvSpPr>
        <p:spPr>
          <a:xfrm xmlns:a="http://schemas.openxmlformats.org/drawingml/2006/main">
            <a:off x="685800" y="2524125"/>
            <a:ext cx="361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9B7744"/>
                </a:solidFill>
                <a:latin typeface="Pretendard"/>
                <a:ea typeface="Pretendard"/>
                <a:cs typeface="Pretendard"/>
              </a:defRPr>
            </a:defPPr>
          </a:lstStyle>
          <a:p xmlns:a="http://schemas.openxmlformats.org/drawingml/2006/main">
            <a:pPr>
              <a:defRPr sz="1125" b="0">
                <a:solidFill>
                  <a:srgbClr val="9B7744"/>
                </a:solidFill>
                <a:latin typeface="Pretendard"/>
                <a:ea typeface="Pretendard"/>
                <a:cs typeface="Pretendard"/>
              </a:defRPr>
            </a:pPr>
            <a:r>
              <a:rPr sz="1125" b="0">
                <a:solidFill>
                  <a:srgbClr val="9B7744"/>
                </a:solidFill>
                <a:latin typeface="Pretendard"/>
                <a:ea typeface="Pretendard"/>
                <a:cs typeface="Pretendard"/>
              </a:rPr>
              <a:t>01</a:t>
            </a:r>
          </a:p>
        </p:txBody>
      </p:sp>
      <p:sp>
        <p:nvSpPr>
          <p:cNvPr id="5" name="">
            <a:extLst xmlns:a="http://schemas.openxmlformats.org/drawingml/2006/main">
              <a:ext uri="{FF2B5EF4-FFF2-40B4-BE49-F238E27FC236}">
                <a16:creationId xmlns:a16="http://schemas.microsoft.com/office/drawing/2014/main" id="{033D9895-CF7B-4E28-B62D-5D27A7F865E2}"/>
              </a:ext>
            </a:extLst>
          </p:cNvPr>
          <p:cNvSpPr>
            <a:spLocks xmlns:a="http://schemas.openxmlformats.org/drawingml/2006/main" noGrp="1"/>
          </p:cNvSpPr>
          <p:nvPr/>
        </p:nvSpPr>
        <p:spPr>
          <a:xfrm xmlns:a="http://schemas.openxmlformats.org/drawingml/2006/main">
            <a:off x="1181100" y="2495550"/>
            <a:ext cx="1032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B1D19"/>
                </a:solidFill>
                <a:latin typeface="Pretendard"/>
                <a:ea typeface="Pretendard"/>
                <a:cs typeface="Pretendard"/>
              </a:defRPr>
            </a:defPPr>
          </a:lstStyle>
          <a:p xmlns:a="http://schemas.openxmlformats.org/drawingml/2006/main">
            <a:pPr>
              <a:defRPr sz="2175" b="1">
                <a:solidFill>
                  <a:srgbClr val="1B1D19"/>
                </a:solidFill>
                <a:latin typeface="Pretendard"/>
                <a:ea typeface="Pretendard"/>
                <a:cs typeface="Pretendard"/>
              </a:defRPr>
            </a:pPr>
            <a:r>
              <a:rPr sz="2175" b="1">
                <a:solidFill>
                  <a:srgbClr val="1B1D19"/>
                </a:solidFill>
                <a:latin typeface="Pretendard"/>
                <a:ea typeface="Pretendard"/>
                <a:cs typeface="Pretendard"/>
              </a:rPr>
              <a:t>Bleeding and swelling</a:t>
            </a:r>
          </a:p>
        </p:txBody>
      </p:sp>
      <p:sp>
        <p:nvSpPr>
          <p:cNvPr id="6" name="">
            <a:extLst xmlns:a="http://schemas.openxmlformats.org/drawingml/2006/main">
              <a:ext uri="{FF2B5EF4-FFF2-40B4-BE49-F238E27FC236}">
                <a16:creationId xmlns:a16="http://schemas.microsoft.com/office/drawing/2014/main" id="{1CFC48B3-28A6-42E1-9D3B-8D3644AC3791}"/>
              </a:ext>
            </a:extLst>
          </p:cNvPr>
          <p:cNvSpPr>
            <a:spLocks xmlns:a="http://schemas.openxmlformats.org/drawingml/2006/main" noGrp="1"/>
          </p:cNvSpPr>
          <p:nvPr/>
        </p:nvSpPr>
        <p:spPr>
          <a:xfrm xmlns:a="http://schemas.openxmlformats.org/drawingml/2006/main">
            <a:off x="1181100" y="2933700"/>
            <a:ext cx="10058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B7265"/>
                </a:solidFill>
                <a:latin typeface="Pretendard"/>
                <a:ea typeface="Pretendard"/>
                <a:cs typeface="Pretendard"/>
              </a:defRPr>
            </a:defPPr>
          </a:lstStyle>
          <a:p xmlns:a="http://schemas.openxmlformats.org/drawingml/2006/main">
            <a:pPr>
              <a:defRPr sz="1725" b="0">
                <a:solidFill>
                  <a:srgbClr val="6B7265"/>
                </a:solidFill>
                <a:latin typeface="Pretendard"/>
                <a:ea typeface="Pretendard"/>
                <a:cs typeface="Pretendard"/>
              </a:defRPr>
            </a:pPr>
            <a:r>
              <a:rPr sz="1725" b="0">
                <a:solidFill>
                  <a:srgbClr val="6B7265"/>
                </a:solidFill>
                <a:latin typeface="Pretendard"/>
                <a:ea typeface="Pretendard"/>
                <a:cs typeface="Pretendard"/>
              </a:rPr>
              <a:t>Hematoma, foreskin edema</a:t>
            </a:r>
          </a:p>
        </p:txBody>
      </p:sp>
      <p:sp>
        <p:nvSpPr>
          <p:cNvPr id="7" name="">
            <a:extLst xmlns:a="http://schemas.openxmlformats.org/drawingml/2006/main">
              <a:ext uri="{FF2B5EF4-FFF2-40B4-BE49-F238E27FC236}">
                <a16:creationId xmlns:a16="http://schemas.microsoft.com/office/drawing/2014/main" id="{D33755AD-F2E2-4076-982E-367B3666F250}"/>
              </a:ext>
            </a:extLst>
          </p:cNvPr>
          <p:cNvSpPr>
            <a:spLocks xmlns:a="http://schemas.openxmlformats.org/drawingml/2006/main" noGrp="1"/>
          </p:cNvSpPr>
          <p:nvPr/>
        </p:nvSpPr>
        <p:spPr>
          <a:xfrm xmlns:a="http://schemas.openxmlformats.org/drawingml/2006/main">
            <a:off x="685800" y="344805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EAA12F6-5B84-4D21-9CBF-0FCBDB83BE05}"/>
              </a:ext>
            </a:extLst>
          </p:cNvPr>
          <p:cNvSpPr>
            <a:spLocks xmlns:a="http://schemas.openxmlformats.org/drawingml/2006/main" noGrp="1"/>
          </p:cNvSpPr>
          <p:nvPr/>
        </p:nvSpPr>
        <p:spPr>
          <a:xfrm xmlns:a="http://schemas.openxmlformats.org/drawingml/2006/main">
            <a:off x="685800" y="3667125"/>
            <a:ext cx="361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9B7744"/>
                </a:solidFill>
                <a:latin typeface="Pretendard"/>
                <a:ea typeface="Pretendard"/>
                <a:cs typeface="Pretendard"/>
              </a:defRPr>
            </a:defPPr>
          </a:lstStyle>
          <a:p xmlns:a="http://schemas.openxmlformats.org/drawingml/2006/main">
            <a:pPr>
              <a:defRPr sz="1125" b="0">
                <a:solidFill>
                  <a:srgbClr val="9B7744"/>
                </a:solidFill>
                <a:latin typeface="Pretendard"/>
                <a:ea typeface="Pretendard"/>
                <a:cs typeface="Pretendard"/>
              </a:defRPr>
            </a:pPr>
            <a:r>
              <a:rPr sz="1125" b="0">
                <a:solidFill>
                  <a:srgbClr val="9B7744"/>
                </a:solidFill>
                <a:latin typeface="Pretendard"/>
                <a:ea typeface="Pretendard"/>
                <a:cs typeface="Pretendard"/>
              </a:rPr>
              <a:t>02</a:t>
            </a:r>
          </a:p>
        </p:txBody>
      </p:sp>
      <p:sp>
        <p:nvSpPr>
          <p:cNvPr id="9" name="">
            <a:extLst xmlns:a="http://schemas.openxmlformats.org/drawingml/2006/main">
              <a:ext uri="{FF2B5EF4-FFF2-40B4-BE49-F238E27FC236}">
                <a16:creationId xmlns:a16="http://schemas.microsoft.com/office/drawing/2014/main" id="{502C18D5-152B-446B-9D27-B6547693ACC0}"/>
              </a:ext>
            </a:extLst>
          </p:cNvPr>
          <p:cNvSpPr>
            <a:spLocks xmlns:a="http://schemas.openxmlformats.org/drawingml/2006/main" noGrp="1"/>
          </p:cNvSpPr>
          <p:nvPr/>
        </p:nvSpPr>
        <p:spPr>
          <a:xfrm xmlns:a="http://schemas.openxmlformats.org/drawingml/2006/main">
            <a:off x="1181100" y="3638550"/>
            <a:ext cx="1032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B1D19"/>
                </a:solidFill>
                <a:latin typeface="Pretendard"/>
                <a:ea typeface="Pretendard"/>
                <a:cs typeface="Pretendard"/>
              </a:defRPr>
            </a:defPPr>
          </a:lstStyle>
          <a:p xmlns:a="http://schemas.openxmlformats.org/drawingml/2006/main">
            <a:pPr>
              <a:defRPr sz="2175" b="1">
                <a:solidFill>
                  <a:srgbClr val="1B1D19"/>
                </a:solidFill>
                <a:latin typeface="Pretendard"/>
                <a:ea typeface="Pretendard"/>
                <a:cs typeface="Pretendard"/>
              </a:defRPr>
            </a:pPr>
            <a:r>
              <a:rPr sz="2175" b="1">
                <a:solidFill>
                  <a:srgbClr val="1B1D19"/>
                </a:solidFill>
                <a:latin typeface="Pretendard"/>
                <a:ea typeface="Pretendard"/>
                <a:cs typeface="Pretendard"/>
              </a:rPr>
              <a:t>Wound complications</a:t>
            </a:r>
          </a:p>
        </p:txBody>
      </p:sp>
      <p:sp>
        <p:nvSpPr>
          <p:cNvPr id="10" name="">
            <a:extLst xmlns:a="http://schemas.openxmlformats.org/drawingml/2006/main">
              <a:ext uri="{FF2B5EF4-FFF2-40B4-BE49-F238E27FC236}">
                <a16:creationId xmlns:a16="http://schemas.microsoft.com/office/drawing/2014/main" id="{6904878B-BAD9-4999-861F-2DA7AE862BA8}"/>
              </a:ext>
            </a:extLst>
          </p:cNvPr>
          <p:cNvSpPr>
            <a:spLocks xmlns:a="http://schemas.openxmlformats.org/drawingml/2006/main" noGrp="1"/>
          </p:cNvSpPr>
          <p:nvPr/>
        </p:nvSpPr>
        <p:spPr>
          <a:xfrm xmlns:a="http://schemas.openxmlformats.org/drawingml/2006/main">
            <a:off x="1181100" y="4076700"/>
            <a:ext cx="10058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B7265"/>
                </a:solidFill>
                <a:latin typeface="Pretendard"/>
                <a:ea typeface="Pretendard"/>
                <a:cs typeface="Pretendard"/>
              </a:defRPr>
            </a:defPPr>
          </a:lstStyle>
          <a:p xmlns:a="http://schemas.openxmlformats.org/drawingml/2006/main">
            <a:pPr>
              <a:defRPr sz="1725" b="0">
                <a:solidFill>
                  <a:srgbClr val="6B7265"/>
                </a:solidFill>
                <a:latin typeface="Pretendard"/>
                <a:ea typeface="Pretendard"/>
                <a:cs typeface="Pretendard"/>
              </a:defRPr>
            </a:pPr>
            <a:r>
              <a:rPr sz="1725" b="0">
                <a:solidFill>
                  <a:srgbClr val="6B7265"/>
                </a:solidFill>
                <a:latin typeface="Pretendard"/>
                <a:ea typeface="Pretendard"/>
                <a:cs typeface="Pretendard"/>
              </a:rPr>
              <a:t>Delayed healing, infection, skin necrosis</a:t>
            </a:r>
          </a:p>
        </p:txBody>
      </p:sp>
      <p:sp>
        <p:nvSpPr>
          <p:cNvPr id="11" name="">
            <a:extLst xmlns:a="http://schemas.openxmlformats.org/drawingml/2006/main">
              <a:ext uri="{FF2B5EF4-FFF2-40B4-BE49-F238E27FC236}">
                <a16:creationId xmlns:a16="http://schemas.microsoft.com/office/drawing/2014/main" id="{3F2BFF73-E5EE-47FC-844E-442AEA305DB0}"/>
              </a:ext>
            </a:extLst>
          </p:cNvPr>
          <p:cNvSpPr>
            <a:spLocks xmlns:a="http://schemas.openxmlformats.org/drawingml/2006/main" noGrp="1"/>
          </p:cNvSpPr>
          <p:nvPr/>
        </p:nvSpPr>
        <p:spPr>
          <a:xfrm xmlns:a="http://schemas.openxmlformats.org/drawingml/2006/main">
            <a:off x="685800" y="4591050"/>
            <a:ext cx="10820400" cy="9525"/>
          </a:xfrm>
          <a:prstGeom xmlns:a="http://schemas.openxmlformats.org/drawingml/2006/main" prst="rect">
            <a:avLst/>
          </a:prstGeom>
          <a:solidFill xmlns:a="http://schemas.openxmlformats.org/drawingml/2006/main">
            <a:srgbClr val="DEDFD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DCAB5F1-CAD5-415F-A4A3-DEFC1E2C17BB}"/>
              </a:ext>
            </a:extLst>
          </p:cNvPr>
          <p:cNvSpPr>
            <a:spLocks xmlns:a="http://schemas.openxmlformats.org/drawingml/2006/main" noGrp="1"/>
          </p:cNvSpPr>
          <p:nvPr/>
        </p:nvSpPr>
        <p:spPr>
          <a:xfrm xmlns:a="http://schemas.openxmlformats.org/drawingml/2006/main">
            <a:off x="685800" y="4810125"/>
            <a:ext cx="361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9B7744"/>
                </a:solidFill>
                <a:latin typeface="Pretendard"/>
                <a:ea typeface="Pretendard"/>
                <a:cs typeface="Pretendard"/>
              </a:defRPr>
            </a:defPPr>
          </a:lstStyle>
          <a:p xmlns:a="http://schemas.openxmlformats.org/drawingml/2006/main">
            <a:pPr>
              <a:defRPr sz="1125" b="0">
                <a:solidFill>
                  <a:srgbClr val="9B7744"/>
                </a:solidFill>
                <a:latin typeface="Pretendard"/>
                <a:ea typeface="Pretendard"/>
                <a:cs typeface="Pretendard"/>
              </a:defRPr>
            </a:pPr>
            <a:r>
              <a:rPr sz="1125" b="0">
                <a:solidFill>
                  <a:srgbClr val="9B7744"/>
                </a:solidFill>
                <a:latin typeface="Pretendard"/>
                <a:ea typeface="Pretendard"/>
                <a:cs typeface="Pretendard"/>
              </a:rPr>
              <a:t>03</a:t>
            </a:r>
          </a:p>
        </p:txBody>
      </p:sp>
      <p:sp>
        <p:nvSpPr>
          <p:cNvPr id="13" name="">
            <a:extLst xmlns:a="http://schemas.openxmlformats.org/drawingml/2006/main">
              <a:ext uri="{FF2B5EF4-FFF2-40B4-BE49-F238E27FC236}">
                <a16:creationId xmlns:a16="http://schemas.microsoft.com/office/drawing/2014/main" id="{F97726D7-C57F-4CBE-AFCE-620A30C08B85}"/>
              </a:ext>
            </a:extLst>
          </p:cNvPr>
          <p:cNvSpPr>
            <a:spLocks xmlns:a="http://schemas.openxmlformats.org/drawingml/2006/main" noGrp="1"/>
          </p:cNvSpPr>
          <p:nvPr/>
        </p:nvSpPr>
        <p:spPr>
          <a:xfrm xmlns:a="http://schemas.openxmlformats.org/drawingml/2006/main">
            <a:off x="1181100" y="4781550"/>
            <a:ext cx="1032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B1D19"/>
                </a:solidFill>
                <a:latin typeface="Pretendard"/>
                <a:ea typeface="Pretendard"/>
                <a:cs typeface="Pretendard"/>
              </a:defRPr>
            </a:defPPr>
          </a:lstStyle>
          <a:p xmlns:a="http://schemas.openxmlformats.org/drawingml/2006/main">
            <a:pPr>
              <a:defRPr sz="2175" b="1">
                <a:solidFill>
                  <a:srgbClr val="1B1D19"/>
                </a:solidFill>
                <a:latin typeface="Pretendard"/>
                <a:ea typeface="Pretendard"/>
                <a:cs typeface="Pretendard"/>
              </a:defRPr>
            </a:pPr>
            <a:r>
              <a:rPr sz="2175" b="1">
                <a:solidFill>
                  <a:srgbClr val="1B1D19"/>
                </a:solidFill>
                <a:latin typeface="Pretendard"/>
                <a:ea typeface="Pretendard"/>
                <a:cs typeface="Pretendard"/>
              </a:rPr>
              <a:t>Contour and discomfort</a:t>
            </a:r>
          </a:p>
        </p:txBody>
      </p:sp>
      <p:sp>
        <p:nvSpPr>
          <p:cNvPr id="14" name="">
            <a:extLst xmlns:a="http://schemas.openxmlformats.org/drawingml/2006/main">
              <a:ext uri="{FF2B5EF4-FFF2-40B4-BE49-F238E27FC236}">
                <a16:creationId xmlns:a16="http://schemas.microsoft.com/office/drawing/2014/main" id="{BD2AED3E-11A3-4C73-A42B-679179875424}"/>
              </a:ext>
            </a:extLst>
          </p:cNvPr>
          <p:cNvSpPr>
            <a:spLocks xmlns:a="http://schemas.openxmlformats.org/drawingml/2006/main" noGrp="1"/>
          </p:cNvSpPr>
          <p:nvPr/>
        </p:nvSpPr>
        <p:spPr>
          <a:xfrm xmlns:a="http://schemas.openxmlformats.org/drawingml/2006/main">
            <a:off x="1181100" y="5219700"/>
            <a:ext cx="10058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B7265"/>
                </a:solidFill>
                <a:latin typeface="Pretendard"/>
                <a:ea typeface="Pretendard"/>
                <a:cs typeface="Pretendard"/>
              </a:defRPr>
            </a:defPPr>
          </a:lstStyle>
          <a:p xmlns:a="http://schemas.openxmlformats.org/drawingml/2006/main">
            <a:pPr>
              <a:defRPr sz="1725" b="0">
                <a:solidFill>
                  <a:srgbClr val="6B7265"/>
                </a:solidFill>
                <a:latin typeface="Pretendard"/>
                <a:ea typeface="Pretendard"/>
                <a:cs typeface="Pretendard"/>
              </a:defRPr>
            </a:pPr>
            <a:r>
              <a:rPr sz="1725" b="0">
                <a:solidFill>
                  <a:srgbClr val="6B7265"/>
                </a:solidFill>
                <a:latin typeface="Pretendard"/>
                <a:ea typeface="Pretendard"/>
                <a:cs typeface="Pretendard"/>
              </a:rPr>
              <a:t>Graft contour irregularity, discomfort during erection</a:t>
            </a:r>
          </a:p>
        </p:txBody>
      </p:sp>
      <p:sp>
        <p:nvSpPr>
          <p:cNvPr id="15" name="">
            <a:extLst xmlns:a="http://schemas.openxmlformats.org/drawingml/2006/main">
              <a:ext uri="{FF2B5EF4-FFF2-40B4-BE49-F238E27FC236}">
                <a16:creationId xmlns:a16="http://schemas.microsoft.com/office/drawing/2014/main" id="{B185C07A-A5FF-4BEE-82E6-20FD29B7E84F}"/>
              </a:ext>
            </a:extLst>
          </p:cNvPr>
          <p:cNvSpPr>
            <a:spLocks xmlns:a="http://schemas.openxmlformats.org/drawingml/2006/main" noGrp="1"/>
          </p:cNvSpPr>
          <p:nvPr/>
        </p:nvSpPr>
        <p:spPr>
          <a:xfrm xmlns:a="http://schemas.openxmlformats.org/drawingml/2006/main">
            <a:off x="685800" y="601980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B7265"/>
                </a:solidFill>
                <a:latin typeface="Pretendard"/>
                <a:ea typeface="Pretendard"/>
                <a:cs typeface="Pretendard"/>
              </a:defRPr>
            </a:defPPr>
          </a:lstStyle>
          <a:p xmlns:a="http://schemas.openxmlformats.org/drawingml/2006/main">
            <a:pPr>
              <a:defRPr sz="1050" b="0">
                <a:solidFill>
                  <a:srgbClr val="6B7265"/>
                </a:solidFill>
                <a:latin typeface="Pretendard"/>
                <a:ea typeface="Pretendard"/>
                <a:cs typeface="Pretendard"/>
              </a:defRPr>
            </a:pPr>
            <a:r>
              <a:rPr sz="1050" b="0">
                <a:solidFill>
                  <a:srgbClr val="6B7265"/>
                </a:solidFill>
                <a:latin typeface="Pretendard"/>
                <a:ea typeface="Pretendard"/>
                <a:cs typeface="Pretendard"/>
              </a:rPr>
              <a:t>Reported in ADM augmentation literature</a:t>
            </a:r>
          </a:p>
        </p:txBody>
      </p:sp>
      <p:sp>
        <p:nvSpPr>
          <p:cNvPr id="16" name="">
            <a:extLst xmlns:a="http://schemas.openxmlformats.org/drawingml/2006/main">
              <a:ext uri="{FF2B5EF4-FFF2-40B4-BE49-F238E27FC236}">
                <a16:creationId xmlns:a16="http://schemas.microsoft.com/office/drawing/2014/main" id="{C9EECA77-8E8E-434B-B51A-EB9463AFE1D7}"/>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7" name="">
            <a:extLst xmlns:a="http://schemas.openxmlformats.org/drawingml/2006/main">
              <a:ext uri="{FF2B5EF4-FFF2-40B4-BE49-F238E27FC236}">
                <a16:creationId xmlns:a16="http://schemas.microsoft.com/office/drawing/2014/main" id="{B6B2BCDE-283D-4A54-8CCF-B18D1DDB78DE}"/>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13</a:t>
            </a:r>
          </a:p>
        </p:txBody>
      </p:sp>
    </p:spTree>
    <p:extLst>
      <p:ext uri="{BB962C8B-B14F-4D97-AF65-F5344CB8AC3E}">
        <p14:creationId xmlns:p14="http://schemas.microsoft.com/office/powerpoint/2010/main" val="20442309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F51C7C-6406-4559-B95F-016B541D15BC}"/>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AFTERCARE</a:t>
            </a:r>
          </a:p>
        </p:txBody>
      </p:sp>
      <p:sp>
        <p:nvSpPr>
          <p:cNvPr id="2" name="">
            <a:extLst xmlns:a="http://schemas.openxmlformats.org/drawingml/2006/main">
              <a:ext uri="{FF2B5EF4-FFF2-40B4-BE49-F238E27FC236}">
                <a16:creationId xmlns:a16="http://schemas.microsoft.com/office/drawing/2014/main" id="{ABBAD620-ECCC-4B6C-A7D0-456170308BE5}"/>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Postoperative Care &amp; Dressing</a:t>
            </a:r>
          </a:p>
        </p:txBody>
      </p:sp>
      <p:sp>
        <p:nvSpPr>
          <p:cNvPr id="3" name="">
            <a:extLst xmlns:a="http://schemas.openxmlformats.org/drawingml/2006/main">
              <a:ext uri="{FF2B5EF4-FFF2-40B4-BE49-F238E27FC236}">
                <a16:creationId xmlns:a16="http://schemas.microsoft.com/office/drawing/2014/main" id="{E1843804-A0DC-432F-BCA4-C16480447B6A}"/>
              </a:ext>
            </a:extLst>
          </p:cNvPr>
          <p:cNvSpPr>
            <a:spLocks xmlns:a="http://schemas.openxmlformats.org/drawingml/2006/main" noGrp="1"/>
          </p:cNvSpPr>
          <p:nvPr/>
        </p:nvSpPr>
        <p:spPr>
          <a:xfrm xmlns:a="http://schemas.openxmlformats.org/drawingml/2006/main">
            <a:off x="685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A5D9517-56AE-4F43-99F2-9FD5A0B09B33}"/>
              </a:ext>
            </a:extLst>
          </p:cNvPr>
          <p:cNvSpPr>
            <a:spLocks xmlns:a="http://schemas.openxmlformats.org/drawingml/2006/main" noGrp="1"/>
          </p:cNvSpPr>
          <p:nvPr/>
        </p:nvSpPr>
        <p:spPr>
          <a:xfrm xmlns:a="http://schemas.openxmlformats.org/drawingml/2006/main">
            <a:off x="685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Postoperative care</a:t>
            </a:r>
          </a:p>
        </p:txBody>
      </p:sp>
      <p:sp>
        <p:nvSpPr>
          <p:cNvPr id="5" name="">
            <a:extLst xmlns:a="http://schemas.openxmlformats.org/drawingml/2006/main">
              <a:ext uri="{FF2B5EF4-FFF2-40B4-BE49-F238E27FC236}">
                <a16:creationId xmlns:a16="http://schemas.microsoft.com/office/drawing/2014/main" id="{63110DCB-7D14-4213-A564-A1B3880538DD}"/>
              </a:ext>
            </a:extLst>
          </p:cNvPr>
          <p:cNvSpPr>
            <a:spLocks xmlns:a="http://schemas.openxmlformats.org/drawingml/2006/main" noGrp="1"/>
          </p:cNvSpPr>
          <p:nvPr/>
        </p:nvSpPr>
        <p:spPr>
          <a:xfrm xmlns:a="http://schemas.openxmlformats.org/drawingml/2006/main">
            <a:off x="685800" y="3581400"/>
            <a:ext cx="5105400" cy="21907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4CE1670-956B-4E96-9580-93F866411493}"/>
              </a:ext>
            </a:extLst>
          </p:cNvPr>
          <p:cNvSpPr>
            <a:spLocks xmlns:a="http://schemas.openxmlformats.org/drawingml/2006/main" noGrp="1"/>
          </p:cNvSpPr>
          <p:nvPr/>
        </p:nvSpPr>
        <p:spPr>
          <a:xfrm xmlns:a="http://schemas.openxmlformats.org/drawingml/2006/main">
            <a:off x="6400800" y="2457450"/>
            <a:ext cx="5105400" cy="19050"/>
          </a:xfrm>
          <a:prstGeom xmlns:a="http://schemas.openxmlformats.org/drawingml/2006/main" prst="rect">
            <a:avLst/>
          </a:prstGeom>
          <a:solidFill xmlns:a="http://schemas.openxmlformats.org/drawingml/2006/main">
            <a:srgbClr val="B5915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01C981B-FF0D-4333-B79A-0AE0C0DAE421}"/>
              </a:ext>
            </a:extLst>
          </p:cNvPr>
          <p:cNvSpPr>
            <a:spLocks xmlns:a="http://schemas.openxmlformats.org/drawingml/2006/main" noGrp="1"/>
          </p:cNvSpPr>
          <p:nvPr/>
        </p:nvSpPr>
        <p:spPr>
          <a:xfrm xmlns:a="http://schemas.openxmlformats.org/drawingml/2006/main">
            <a:off x="6400800" y="27813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B1D19"/>
                </a:solidFill>
                <a:latin typeface="Pretendard"/>
                <a:ea typeface="Pretendard"/>
                <a:cs typeface="Pretendard"/>
              </a:defRPr>
            </a:defPPr>
          </a:lstStyle>
          <a:p xmlns:a="http://schemas.openxmlformats.org/drawingml/2006/main">
            <a:pPr>
              <a:defRPr sz="2325" b="1">
                <a:solidFill>
                  <a:srgbClr val="1B1D19"/>
                </a:solidFill>
                <a:latin typeface="Pretendard"/>
                <a:ea typeface="Pretendard"/>
                <a:cs typeface="Pretendard"/>
              </a:defRPr>
            </a:pPr>
            <a:r>
              <a:rPr sz="2325" b="1">
                <a:solidFill>
                  <a:srgbClr val="1B1D19"/>
                </a:solidFill>
                <a:latin typeface="Pretendard"/>
                <a:ea typeface="Pretendard"/>
                <a:cs typeface="Pretendard"/>
              </a:rPr>
              <a:t>Dressing technique</a:t>
            </a:r>
          </a:p>
        </p:txBody>
      </p:sp>
      <p:sp>
        <p:nvSpPr>
          <p:cNvPr id="8" name="">
            <a:extLst xmlns:a="http://schemas.openxmlformats.org/drawingml/2006/main">
              <a:ext uri="{FF2B5EF4-FFF2-40B4-BE49-F238E27FC236}">
                <a16:creationId xmlns:a16="http://schemas.microsoft.com/office/drawing/2014/main" id="{AD648BDA-3AE7-4061-B8B1-96EB13575E94}"/>
              </a:ext>
            </a:extLst>
          </p:cNvPr>
          <p:cNvSpPr>
            <a:spLocks xmlns:a="http://schemas.openxmlformats.org/drawingml/2006/main" noGrp="1"/>
          </p:cNvSpPr>
          <p:nvPr/>
        </p:nvSpPr>
        <p:spPr>
          <a:xfrm xmlns:a="http://schemas.openxmlformats.org/drawingml/2006/main">
            <a:off x="6400800" y="3581400"/>
            <a:ext cx="5105400" cy="2190750"/>
          </a:xfrm>
          <a:prstGeom xmlns:a="http://schemas.openxmlformats.org/drawingml/2006/main" prst="rect">
            <a:avLst/>
          </a:prstGeom>
          <a:solidFill xmlns:a="http://schemas.openxmlformats.org/drawingml/2006/main">
            <a:srgbClr val="F7F7F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B1AEAD-A70F-4EDB-A71C-719905B60DE5}"/>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10" name="">
            <a:extLst xmlns:a="http://schemas.openxmlformats.org/drawingml/2006/main">
              <a:ext uri="{FF2B5EF4-FFF2-40B4-BE49-F238E27FC236}">
                <a16:creationId xmlns:a16="http://schemas.microsoft.com/office/drawing/2014/main" id="{2CE470A4-0C84-431B-BA1B-61801899B70F}"/>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14</a:t>
            </a:r>
          </a:p>
        </p:txBody>
      </p:sp>
    </p:spTree>
    <p:extLst>
      <p:ext uri="{BB962C8B-B14F-4D97-AF65-F5344CB8AC3E}">
        <p14:creationId xmlns:p14="http://schemas.microsoft.com/office/powerpoint/2010/main" val="11339834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B440F8E-C75A-41C4-A47C-A54B61A4E405}"/>
              </a:ext>
            </a:extLst>
          </p:cNvPr>
          <p:cNvSpPr>
            <a:spLocks xmlns:a="http://schemas.openxmlformats.org/drawingml/2006/main" noGrp="1"/>
          </p:cNvSpPr>
          <p:nvPr/>
        </p:nvSpPr>
        <p:spPr>
          <a:xfrm xmlns:a="http://schemas.openxmlformats.org/drawingml/2006/main">
            <a:off x="685800" y="6191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9B7744"/>
                </a:solidFill>
                <a:latin typeface="Pretendard"/>
                <a:ea typeface="Pretendard"/>
                <a:cs typeface="Pretendard"/>
              </a:defRPr>
            </a:defPPr>
          </a:lstStyle>
          <a:p xmlns:a="http://schemas.openxmlformats.org/drawingml/2006/main">
            <a:pPr>
              <a:defRPr sz="1050" b="1">
                <a:solidFill>
                  <a:srgbClr val="9B7744"/>
                </a:solidFill>
                <a:latin typeface="Pretendard"/>
                <a:ea typeface="Pretendard"/>
                <a:cs typeface="Pretendard"/>
              </a:defRPr>
            </a:pPr>
            <a:r>
              <a:rPr sz="1050" b="1">
                <a:solidFill>
                  <a:srgbClr val="9B7744"/>
                </a:solidFill>
                <a:latin typeface="Pretendard"/>
                <a:ea typeface="Pretendard"/>
                <a:cs typeface="Pretendard"/>
              </a:rPr>
              <a:t>DISCUSSION</a:t>
            </a:r>
          </a:p>
        </p:txBody>
      </p:sp>
      <p:sp>
        <p:nvSpPr>
          <p:cNvPr id="2" name="">
            <a:extLst xmlns:a="http://schemas.openxmlformats.org/drawingml/2006/main">
              <a:ext uri="{FF2B5EF4-FFF2-40B4-BE49-F238E27FC236}">
                <a16:creationId xmlns:a16="http://schemas.microsoft.com/office/drawing/2014/main" id="{2E6249D1-F19E-439F-B358-B9642C1D3209}"/>
              </a:ext>
            </a:extLst>
          </p:cNvPr>
          <p:cNvSpPr>
            <a:spLocks xmlns:a="http://schemas.openxmlformats.org/drawingml/2006/main" noGrp="1"/>
          </p:cNvSpPr>
          <p:nvPr/>
        </p:nvSpPr>
        <p:spPr>
          <a:xfrm xmlns:a="http://schemas.openxmlformats.org/drawingml/2006/main">
            <a:off x="685800" y="1047750"/>
            <a:ext cx="108204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B1D19"/>
                </a:solidFill>
                <a:latin typeface="Pretendard"/>
                <a:ea typeface="Pretendard"/>
                <a:cs typeface="Pretendard"/>
              </a:defRPr>
            </a:defPPr>
          </a:lstStyle>
          <a:p xmlns:a="http://schemas.openxmlformats.org/drawingml/2006/main">
            <a:pPr>
              <a:defRPr sz="3450" b="1">
                <a:solidFill>
                  <a:srgbClr val="1B1D19"/>
                </a:solidFill>
                <a:latin typeface="Pretendard"/>
                <a:ea typeface="Pretendard"/>
                <a:cs typeface="Pretendard"/>
              </a:defRPr>
            </a:pPr>
            <a:r>
              <a:rPr sz="3450" b="1">
                <a:solidFill>
                  <a:srgbClr val="1B1D19"/>
                </a:solidFill>
                <a:latin typeface="Pretendard"/>
                <a:ea typeface="Pretendard"/>
                <a:cs typeface="Pretendard"/>
              </a:rPr>
              <a:t>Questions &amp; Answers</a:t>
            </a:r>
          </a:p>
        </p:txBody>
      </p:sp>
      <p:sp>
        <p:nvSpPr>
          <p:cNvPr id="3" name="">
            <a:extLst xmlns:a="http://schemas.openxmlformats.org/drawingml/2006/main">
              <a:ext uri="{FF2B5EF4-FFF2-40B4-BE49-F238E27FC236}">
                <a16:creationId xmlns:a16="http://schemas.microsoft.com/office/drawing/2014/main" id="{49DDCC07-55B4-4FF3-ADCD-1FE699A74A67}"/>
              </a:ext>
            </a:extLst>
          </p:cNvPr>
          <p:cNvSpPr>
            <a:spLocks xmlns:a="http://schemas.openxmlformats.org/drawingml/2006/main" noGrp="1"/>
          </p:cNvSpPr>
          <p:nvPr/>
        </p:nvSpPr>
        <p:spPr>
          <a:xfrm xmlns:a="http://schemas.openxmlformats.org/drawingml/2006/main">
            <a:off x="685800" y="31432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0">
                <a:solidFill>
                  <a:srgbClr val="6B7265"/>
                </a:solidFill>
                <a:latin typeface="Pretendard"/>
                <a:ea typeface="Pretendard"/>
                <a:cs typeface="Pretendard"/>
              </a:defRPr>
            </a:defPPr>
          </a:lstStyle>
          <a:p xmlns:a="http://schemas.openxmlformats.org/drawingml/2006/main">
            <a:pPr>
              <a:defRPr sz="3225" b="0">
                <a:solidFill>
                  <a:srgbClr val="6B7265"/>
                </a:solidFill>
                <a:latin typeface="Pretendard"/>
                <a:ea typeface="Pretendard"/>
                <a:cs typeface="Pretendard"/>
              </a:defRPr>
            </a:pPr>
            <a:r>
              <a:rPr sz="3225" b="0">
                <a:solidFill>
                  <a:srgbClr val="6B7265"/>
                </a:solidFill>
                <a:latin typeface="Pretendard"/>
                <a:ea typeface="Pretendard"/>
                <a:cs typeface="Pretendard"/>
              </a:rPr>
              <a:t>Thank you</a:t>
            </a:r>
          </a:p>
        </p:txBody>
      </p:sp>
      <p:sp>
        <p:nvSpPr>
          <p:cNvPr id="4" name="">
            <a:extLst xmlns:a="http://schemas.openxmlformats.org/drawingml/2006/main">
              <a:ext uri="{FF2B5EF4-FFF2-40B4-BE49-F238E27FC236}">
                <a16:creationId xmlns:a16="http://schemas.microsoft.com/office/drawing/2014/main" id="{8F4DDEDD-616D-4046-9D44-02B58CB10F01}"/>
              </a:ext>
            </a:extLst>
          </p:cNvPr>
          <p:cNvSpPr>
            <a:spLocks xmlns:a="http://schemas.openxmlformats.org/drawingml/2006/main" noGrp="1"/>
          </p:cNvSpPr>
          <p:nvPr/>
        </p:nvSpPr>
        <p:spPr>
          <a:xfrm xmlns:a="http://schemas.openxmlformats.org/drawingml/2006/main">
            <a:off x="685800" y="6448425"/>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Jinmo Koo · HIGHST Urology</a:t>
            </a:r>
          </a:p>
        </p:txBody>
      </p:sp>
      <p:sp>
        <p:nvSpPr>
          <p:cNvPr id="5" name="">
            <a:extLst xmlns:a="http://schemas.openxmlformats.org/drawingml/2006/main">
              <a:ext uri="{FF2B5EF4-FFF2-40B4-BE49-F238E27FC236}">
                <a16:creationId xmlns:a16="http://schemas.microsoft.com/office/drawing/2014/main" id="{FF0733FA-C7AC-49AD-9C49-F0BEAEEEBA4C}"/>
              </a:ext>
            </a:extLst>
          </p:cNvPr>
          <p:cNvSpPr>
            <a:spLocks xmlns:a="http://schemas.openxmlformats.org/drawingml/2006/main" noGrp="1"/>
          </p:cNvSpPr>
          <p:nvPr/>
        </p:nvSpPr>
        <p:spPr>
          <a:xfrm xmlns:a="http://schemas.openxmlformats.org/drawingml/2006/main">
            <a:off x="11134725" y="6448425"/>
            <a:ext cx="3714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975" b="0">
                <a:solidFill>
                  <a:srgbClr val="858B7E"/>
                </a:solidFill>
                <a:latin typeface="Pretendard"/>
                <a:ea typeface="Pretendard"/>
                <a:cs typeface="Pretendard"/>
              </a:defRPr>
            </a:defPPr>
          </a:lstStyle>
          <a:p xmlns:a="http://schemas.openxmlformats.org/drawingml/2006/main">
            <a:pPr>
              <a:defRPr sz="975" b="0">
                <a:solidFill>
                  <a:srgbClr val="858B7E"/>
                </a:solidFill>
                <a:latin typeface="Pretendard"/>
                <a:ea typeface="Pretendard"/>
                <a:cs typeface="Pretendard"/>
              </a:defRPr>
            </a:pPr>
            <a:r>
              <a:rPr sz="975" b="0">
                <a:solidFill>
                  <a:srgbClr val="858B7E"/>
                </a:solidFill>
                <a:latin typeface="Pretendard"/>
                <a:ea typeface="Pretendard"/>
                <a:cs typeface="Pretendard"/>
              </a:rPr>
              <a:t>15</a:t>
            </a:r>
          </a:p>
        </p:txBody>
      </p:sp>
    </p:spTree>
    <p:extLst>
      <p:ext uri="{BB962C8B-B14F-4D97-AF65-F5344CB8AC3E}">
        <p14:creationId xmlns:p14="http://schemas.microsoft.com/office/powerpoint/2010/main" val="14095253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2026-10-12T03:42:03.0360000Z</dcterms:created>
  <dcterms:modified xsi:type="dcterms:W3CDTF">2026-10-12T03:42:03.0360000Z</dcterms:modified>
</coreProperties>
</file>