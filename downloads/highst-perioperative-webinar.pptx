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065ea5716f4b98" /><Relationship Type="http://schemas.openxmlformats.org/officeDocument/2006/relationships/extended-properties" Target="/docProps/app.xml" Id="R85f403ae27f24abe" /><Relationship Type="http://schemas.openxmlformats.org/officeDocument/2006/relationships/officeDocument" Target="/ppt/presentation.xml" Id="R60c52775b58245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b77b4276d649d8"/>
  </p:sldMasterIdLst>
  <p:notesMasterIdLst>
    <p:notesMasterId xmlns:r="http://schemas.openxmlformats.org/officeDocument/2006/relationships" r:id="Rf6bfd9b97a6f4c62"/>
  </p:notesMasterIdLst>
  <p:sldIdLst>
    <p:sldId xmlns:r="http://schemas.openxmlformats.org/officeDocument/2006/relationships" id="256" r:id="R743a381c300746d9"/>
    <p:sldId xmlns:r="http://schemas.openxmlformats.org/officeDocument/2006/relationships" id="257" r:id="Refe8d1ffef4e445a"/>
    <p:sldId xmlns:r="http://schemas.openxmlformats.org/officeDocument/2006/relationships" id="258" r:id="R2e4ae374c1b8496e"/>
    <p:sldId xmlns:r="http://schemas.openxmlformats.org/officeDocument/2006/relationships" id="259" r:id="Rcdf10e33385e404f"/>
    <p:sldId xmlns:r="http://schemas.openxmlformats.org/officeDocument/2006/relationships" id="260" r:id="R08a2a253b6ed4c93"/>
    <p:sldId xmlns:r="http://schemas.openxmlformats.org/officeDocument/2006/relationships" id="261" r:id="R71b9ab3565944f8c"/>
    <p:sldId xmlns:r="http://schemas.openxmlformats.org/officeDocument/2006/relationships" id="262" r:id="Ra19ba32868e540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a894bd6b404568" /><Relationship Type="http://schemas.openxmlformats.org/officeDocument/2006/relationships/slideMaster" Target="/ppt/slideMasters/slideMaster1.xml" Id="Ra1b77b4276d649d8" /><Relationship Type="http://schemas.openxmlformats.org/officeDocument/2006/relationships/notesMaster" Target="/ppt/notesMasters/notesMaster1.xml" Id="Rf6bfd9b97a6f4c62" /><Relationship Type="http://schemas.openxmlformats.org/officeDocument/2006/relationships/presProps" Target="/ppt/presProps.xml" Id="R1c6f9762d4cb4254" /><Relationship Type="http://schemas.openxmlformats.org/officeDocument/2006/relationships/tableStyles" Target="/ppt/tableStyles.xml" Id="R14a5781f9e074f76" /><Relationship Type="http://schemas.openxmlformats.org/officeDocument/2006/relationships/slide" Target="/ppt/slides/slide1.xml" Id="R743a381c300746d9" /><Relationship Type="http://schemas.openxmlformats.org/officeDocument/2006/relationships/slide" Target="/ppt/slides/slide2.xml" Id="Refe8d1ffef4e445a" /><Relationship Type="http://schemas.openxmlformats.org/officeDocument/2006/relationships/slide" Target="/ppt/slides/slide3.xml" Id="R2e4ae374c1b8496e" /><Relationship Type="http://schemas.openxmlformats.org/officeDocument/2006/relationships/slide" Target="/ppt/slides/slide4.xml" Id="Rcdf10e33385e404f" /><Relationship Type="http://schemas.openxmlformats.org/officeDocument/2006/relationships/slide" Target="/ppt/slides/slide5.xml" Id="R08a2a253b6ed4c93" /><Relationship Type="http://schemas.openxmlformats.org/officeDocument/2006/relationships/slide" Target="/ppt/slides/slide6.xml" Id="R71b9ab3565944f8c" /><Relationship Type="http://schemas.openxmlformats.org/officeDocument/2006/relationships/slide" Target="/ppt/slides/slide7.xml" Id="Ra19ba32868e540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7329a4533d4e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71f3e89c1e49cf" /><Relationship Type="http://schemas.openxmlformats.org/officeDocument/2006/relationships/notesMaster" Target="/ppt/notesMasters/notesMaster1.xml" Id="R515a058742f848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c6010f805448a1" /><Relationship Type="http://schemas.openxmlformats.org/officeDocument/2006/relationships/notesMaster" Target="/ppt/notesMasters/notesMaster1.xml" Id="R8709bd83ab8e48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8b5866c3934427" /><Relationship Type="http://schemas.openxmlformats.org/officeDocument/2006/relationships/notesMaster" Target="/ppt/notesMasters/notesMaster1.xml" Id="R80f5e167bc7949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1f9e6f1db243fa" /><Relationship Type="http://schemas.openxmlformats.org/officeDocument/2006/relationships/notesMaster" Target="/ppt/notesMasters/notesMaster1.xml" Id="R3673e05c0da24c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70ad76fb0e4761" /><Relationship Type="http://schemas.openxmlformats.org/officeDocument/2006/relationships/notesMaster" Target="/ppt/notesMasters/notesMaster1.xml" Id="Rd0e6facc61b249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0f5a46b2dc4d05" /><Relationship Type="http://schemas.openxmlformats.org/officeDocument/2006/relationships/notesMaster" Target="/ppt/notesMasters/notesMaster1.xml" Id="R49b7bba7956244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83a02745dd4edc" /><Relationship Type="http://schemas.openxmlformats.org/officeDocument/2006/relationships/notesMaster" Target="/ppt/notesMasters/notesMaster1.xml" Id="Rb6d71207bbc04d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구진모 원장님 발표. 베트남 MegaDerm 웨비나, 2026년 10월 21일.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기존에 전달받은 검사 범주: 간수치, 당수치, 염증수치, 성병 검사. 혈액검사·소변검사의 정확한 검사명 목록을 받으면 원문대로 정리합니다. 개별 항목을 혈액/소변 검사로 임의 배정하지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쉐이빙과 드랩 장면을 짧게 소개합니다.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포경수술선 절개 수술영상 10분.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치골절개 수술영상 10분.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재수술 영상 10분.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질의응답.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fab7a08b64d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e0e57c0a7d4176" /><Relationship Type="http://schemas.openxmlformats.org/officeDocument/2006/relationships/slideLayout" Target="/ppt/slideLayouts/slideLayout1.xml" Id="R56341f5e9be046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341f5e9be046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6c082ebb946a5" /><Relationship Type="http://schemas.openxmlformats.org/officeDocument/2006/relationships/image" Target="/ppt/media/image.png" Id="Rd27aece6dacd4be7" /><Relationship Type="http://schemas.openxmlformats.org/officeDocument/2006/relationships/image" Target="/ppt/media/image2.png" Id="Rf8870758f48e43dc" /><Relationship Type="http://schemas.openxmlformats.org/officeDocument/2006/relationships/notesSlide" Target="/ppt/notesSlides/notesSlide1.xml" Id="R597b629a80724d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48edf96d64209" /><Relationship Type="http://schemas.openxmlformats.org/officeDocument/2006/relationships/notesSlide" Target="/ppt/notesSlides/notesSlide2.xml" Id="R67620c995cb742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b283c8b9b4b0a" /><Relationship Type="http://schemas.openxmlformats.org/officeDocument/2006/relationships/notesSlide" Target="/ppt/notesSlides/notesSlide3.xml" Id="R96768e9c04a148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74a4e2c7b40c7" /><Relationship Type="http://schemas.openxmlformats.org/officeDocument/2006/relationships/notesSlide" Target="/ppt/notesSlides/notesSlide4.xml" Id="Ree6ad765b91844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e146705044355" /><Relationship Type="http://schemas.openxmlformats.org/officeDocument/2006/relationships/notesSlide" Target="/ppt/notesSlides/notesSlide5.xml" Id="Re1a5908a549346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74e5dd1624327" /><Relationship Type="http://schemas.openxmlformats.org/officeDocument/2006/relationships/notesSlide" Target="/ppt/notesSlides/notesSlide6.xml" Id="Re25c94e1267d46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44852e6344349" /><Relationship Type="http://schemas.openxmlformats.org/officeDocument/2006/relationships/notesSlide" Target="/ppt/notesSlides/notesSlide7.xml" Id="R957e9acaa58c44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EE7C58-31FA-4B26-84D6-97FC0F67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0"/>
            <a:ext cx="4972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aece6dacd4be7"/>
          <a:stretch xmlns:a="http://schemas.openxmlformats.org/drawingml/2006/main"/>
        </p:blipFill>
        <p:spPr>
          <a:xfrm xmlns:a="http://schemas.openxmlformats.org/drawingml/2006/main">
            <a:off x="7695746" y="476250"/>
            <a:ext cx="3991884" cy="56769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70758f48e43dc"/>
          <a:stretch xmlns:a="http://schemas.openxmlformats.org/drawingml/2006/main"/>
        </p:blipFill>
        <p:spPr>
          <a:xfrm xmlns:a="http://schemas.openxmlformats.org/drawingml/2006/main">
            <a:off x="685800" y="602579"/>
            <a:ext cx="2333625" cy="66174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2FA97-A9AA-4943-83E8-78F9525F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9F8EF-D88E-4AC6-91E5-6220FEA3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619125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</a:t>
            </a:r>
          </a:p>
          <a:p xmlns:a="http://schemas.openxmlformats.org/drawingml/2006/main">
            <a:pPr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</a:t>
            </a:r>
          </a:p>
          <a:p xmlns:a="http://schemas.openxmlformats.org/drawingml/2006/main">
            <a:pPr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60FD1-81C1-4201-B0C0-2E50013A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Operative Videos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266DD-BB40-4A25-B5ED-02EAB95C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EAD373-4A81-43F2-B34D-F30ABA4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0477D-B705-46E0-B4B7-F4E7FF8D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7150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712D6-C877-4FF7-B615-8C299E15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CEF8B-182E-4B68-A029-670ACF99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3795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05B2E-44DD-423F-B20A-A56BE472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FE847-8DB3-44B8-8DC4-46AD98CD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Blood and Urine Testing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F0470-F3A9-4E74-8F5A-31772058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Liver function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C0FE6-9146-49BE-8762-27E1B1C6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5FF4D-9895-4DAE-8FA4-1619FC55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Blood glucose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B1900-FDAF-4960-A0AB-9C7C97F4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433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F30283-AE81-4583-9BEC-B77C6318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4AE08-020E-428C-BD99-C2328B18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BB811-04DA-4093-B9E6-29AC9A51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STI screening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D9A8CC-C97F-4835-BF8B-C37657B0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3CDE0C-A666-4D56-9FE4-D4BD5AE9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B943E0-CB85-4015-BC72-3C0169E7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609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F7F38-7B62-42D3-BF1E-9839043B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E3E1A-BAA4-4ACC-9772-02B40BFF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Shaving and Draping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2A82F-5C22-4C5F-946C-4DE82511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A337E-917E-40C4-9777-B2DF4AE8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F795B-CCDB-4169-B338-84ADA9DE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Shaving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235FF-4AD0-4B00-8EB2-96C9B192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F2321-2CE7-4DDB-859A-DAAD927E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34D97-2032-4929-9E78-4F76C515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47846-0D5C-4C85-8160-97AA63A2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Draping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D6D981-C510-4E0C-93F5-C92832B4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501083-5044-458C-97E4-48165420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C96CD-C978-42DD-9F11-1FE627AB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6938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52C42-05A4-4A75-A1F2-7D983C7B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OPERATIVE VIDEOS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7BF32-9B8E-43DB-A33C-504514FE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FAC7B-5C49-4173-B195-2807AB8C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904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OPERATIVE VIDEO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AFE1E-82D7-411A-94AE-F5EE6653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2000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97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C0820-4B5F-446B-B463-32402EAF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210050"/>
            <a:ext cx="304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4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A1210-D391-4187-9804-9CF1242A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0A1B-908C-4E7F-BEBF-6D6EC2C2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47130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FB771-D46C-4CCB-A9E9-5DCC0B80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OPERATIVE VIDEOS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7CB29-F69F-48A4-8E94-C7CDB786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F236E-150F-4305-A206-4189AF40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904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OPERATIVE VIDEO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47CE83-4DA4-4F46-9977-B95CC83C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2000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97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B1DA1-B5D2-48B8-B7F4-41DA4B68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210050"/>
            <a:ext cx="304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4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8503C-D21C-4DAC-86F4-A4E427A9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98252-CEE5-4162-9666-0EAF4F5D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5768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5FA95E-CC93-409B-B4EA-2D15A87A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OPERATIVE VIDEOS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794AE-9D15-4DEC-B437-60C0F232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Revision Surgery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30C2E-4866-4E92-984E-5D4FFA0C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904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OPERATIVE VIDEO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DCEF5-8A4F-407A-A7C1-E7DDE812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2000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97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F16B4-4372-4B91-B832-718636E2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210050"/>
            <a:ext cx="304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4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36960-E182-4359-86F2-DF001E93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7A5DF-02C4-4F8D-A3DD-72F550B6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994407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CA4E1-C97E-427F-8A97-036D98E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C6C77-900B-4F0F-A36E-E7B8DC60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Discussion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2EF0E-636E-4325-AE0A-22A0619C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Questions &amp; 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0BFF6-A655-47DB-9B6C-2A75E340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E2689-E21F-4C0C-85C7-045F5D14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030184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2026-10-08T10:17:33.6430000Z</dcterms:created>
  <dcterms:modified xsi:type="dcterms:W3CDTF">2026-10-08T10:17:33.6430000Z</dcterms:modified>
</coreProperties>
</file>