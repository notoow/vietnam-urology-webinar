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a6a1170ff5f4900" /><Relationship Type="http://schemas.openxmlformats.org/officeDocument/2006/relationships/extended-properties" Target="/docProps/app.xml" Id="R8a0ee5ea03724143" /><Relationship Type="http://schemas.openxmlformats.org/officeDocument/2006/relationships/officeDocument" Target="/ppt/presentation.xml" Id="R7b9943c1bacc4b39" /></Relationships>
</file>

<file path=ppt/presentation.xml><?xml version="1.0" encoding="utf-8"?>
<p:presentation xmlns:p="http://schemas.openxmlformats.org/presentationml/2006/main">
  <p:sldMasterIdLst>
    <p:sldMasterId xmlns:r="http://schemas.openxmlformats.org/officeDocument/2006/relationships" id="2147483648" r:id="Rcdac964020c64f02"/>
  </p:sldMasterIdLst>
  <p:notesMasterIdLst>
    <p:notesMasterId xmlns:r="http://schemas.openxmlformats.org/officeDocument/2006/relationships" r:id="Rd381d0ac93c64cdf"/>
  </p:notesMasterIdLst>
  <p:sldIdLst>
    <p:sldId xmlns:r="http://schemas.openxmlformats.org/officeDocument/2006/relationships" id="256" r:id="R883df41215e9476a"/>
    <p:sldId xmlns:r="http://schemas.openxmlformats.org/officeDocument/2006/relationships" id="257" r:id="R361fe6cafc884a2f"/>
    <p:sldId xmlns:r="http://schemas.openxmlformats.org/officeDocument/2006/relationships" id="258" r:id="Rd6d9022cc57f4138"/>
    <p:sldId xmlns:r="http://schemas.openxmlformats.org/officeDocument/2006/relationships" id="259" r:id="R4ebbeac608954932"/>
    <p:sldId xmlns:r="http://schemas.openxmlformats.org/officeDocument/2006/relationships" id="260" r:id="Ra87306a1b98a4b66"/>
    <p:sldId xmlns:r="http://schemas.openxmlformats.org/officeDocument/2006/relationships" id="261" r:id="Rc69b21ed0c334032"/>
    <p:sldId xmlns:r="http://schemas.openxmlformats.org/officeDocument/2006/relationships" id="262" r:id="Rea80cfc2dfc84b1b"/>
    <p:sldId xmlns:r="http://schemas.openxmlformats.org/officeDocument/2006/relationships" id="263" r:id="R51c65b9b8f614ac9"/>
    <p:sldId xmlns:r="http://schemas.openxmlformats.org/officeDocument/2006/relationships" id="264" r:id="R241d719947c64e27"/>
    <p:sldId xmlns:r="http://schemas.openxmlformats.org/officeDocument/2006/relationships" id="265" r:id="R1b1ccb8d61c44eec"/>
    <p:sldId xmlns:r="http://schemas.openxmlformats.org/officeDocument/2006/relationships" id="266" r:id="R5f5c0bde7cbf42f9"/>
    <p:sldId xmlns:r="http://schemas.openxmlformats.org/officeDocument/2006/relationships" id="267" r:id="R45e9c3bf6e5c4148"/>
    <p:sldId xmlns:r="http://schemas.openxmlformats.org/officeDocument/2006/relationships" id="268" r:id="Ra68bfba97e004b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6df3da998e476d" /><Relationship Type="http://schemas.openxmlformats.org/officeDocument/2006/relationships/slideMaster" Target="/ppt/slideMasters/slideMaster1.xml" Id="Rcdac964020c64f02" /><Relationship Type="http://schemas.openxmlformats.org/officeDocument/2006/relationships/notesMaster" Target="/ppt/notesMasters/notesMaster1.xml" Id="Rd381d0ac93c64cdf" /><Relationship Type="http://schemas.openxmlformats.org/officeDocument/2006/relationships/presProps" Target="/ppt/presProps.xml" Id="R7368715b59ce4a16" /><Relationship Type="http://schemas.openxmlformats.org/officeDocument/2006/relationships/tableStyles" Target="/ppt/tableStyles.xml" Id="Ra5909579b4014e47" /><Relationship Type="http://schemas.openxmlformats.org/officeDocument/2006/relationships/slide" Target="/ppt/slides/slide1.xml" Id="R883df41215e9476a" /><Relationship Type="http://schemas.openxmlformats.org/officeDocument/2006/relationships/slide" Target="/ppt/slides/slide2.xml" Id="R361fe6cafc884a2f" /><Relationship Type="http://schemas.openxmlformats.org/officeDocument/2006/relationships/slide" Target="/ppt/slides/slide3.xml" Id="Rd6d9022cc57f4138" /><Relationship Type="http://schemas.openxmlformats.org/officeDocument/2006/relationships/slide" Target="/ppt/slides/slide4.xml" Id="R4ebbeac608954932" /><Relationship Type="http://schemas.openxmlformats.org/officeDocument/2006/relationships/slide" Target="/ppt/slides/slide5.xml" Id="Ra87306a1b98a4b66" /><Relationship Type="http://schemas.openxmlformats.org/officeDocument/2006/relationships/slide" Target="/ppt/slides/slide6.xml" Id="Rc69b21ed0c334032" /><Relationship Type="http://schemas.openxmlformats.org/officeDocument/2006/relationships/slide" Target="/ppt/slides/slide7.xml" Id="Rea80cfc2dfc84b1b" /><Relationship Type="http://schemas.openxmlformats.org/officeDocument/2006/relationships/slide" Target="/ppt/slides/slide8.xml" Id="R51c65b9b8f614ac9" /><Relationship Type="http://schemas.openxmlformats.org/officeDocument/2006/relationships/slide" Target="/ppt/slides/slide9.xml" Id="R241d719947c64e27" /><Relationship Type="http://schemas.openxmlformats.org/officeDocument/2006/relationships/slide" Target="/ppt/slides/slide10.xml" Id="R1b1ccb8d61c44eec" /><Relationship Type="http://schemas.openxmlformats.org/officeDocument/2006/relationships/slide" Target="/ppt/slides/slide11.xml" Id="R5f5c0bde7cbf42f9" /><Relationship Type="http://schemas.openxmlformats.org/officeDocument/2006/relationships/slide" Target="/ppt/slides/slide12.xml" Id="R45e9c3bf6e5c4148" /><Relationship Type="http://schemas.openxmlformats.org/officeDocument/2006/relationships/slide" Target="/ppt/slides/slide13.xml" Id="Ra68bfba97e004b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d1f31f99b964d0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b91cd9696e04421" /><Relationship Type="http://schemas.openxmlformats.org/officeDocument/2006/relationships/notesMaster" Target="/ppt/notesMasters/notesMaster1.xml" Id="R5e6455c5e0ca45f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4ba5a3b1a24f5b" /><Relationship Type="http://schemas.openxmlformats.org/officeDocument/2006/relationships/notesMaster" Target="/ppt/notesMasters/notesMaster1.xml" Id="Rf8588ce1893c435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d79db488a04037" /><Relationship Type="http://schemas.openxmlformats.org/officeDocument/2006/relationships/notesMaster" Target="/ppt/notesMasters/notesMaster1.xml" Id="R33a5a4eccf4c44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37f169bceddd45bb" /><Relationship Type="http://schemas.openxmlformats.org/officeDocument/2006/relationships/notesMaster" Target="/ppt/notesMasters/notesMaster1.xml" Id="R151674d9c14c430b" /></Relationships>
</file>

<file path=ppt/notesSlides/_rels/notesSlide5.xml.rels>&#65279;<?xml version="1.0" encoding="utf-8"?><Relationships xmlns="http://schemas.openxmlformats.org/package/2006/relationships"><Relationship Type="http://schemas.openxmlformats.org/officeDocument/2006/relationships/slide" Target="/ppt/slides/slide5.xml" Id="R034377637d1641a6" /><Relationship Type="http://schemas.openxmlformats.org/officeDocument/2006/relationships/notesMaster" Target="/ppt/notesMasters/notesMaster1.xml" Id="Rd3500d9bb5c04a1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e66447129374c92" /><Relationship Type="http://schemas.openxmlformats.org/officeDocument/2006/relationships/notesMaster" Target="/ppt/notesMasters/notesMaster1.xml" Id="Rd95f5809089544dc" /></Relationships>
</file>

<file path=ppt/notesSlides/_rels/notesSlide7.xml.rels>&#65279;<?xml version="1.0" encoding="utf-8"?><Relationships xmlns="http://schemas.openxmlformats.org/package/2006/relationships"><Relationship Type="http://schemas.openxmlformats.org/officeDocument/2006/relationships/slide" Target="/ppt/slides/slide7.xml" Id="Ra565cd55dd6e47bb" /><Relationship Type="http://schemas.openxmlformats.org/officeDocument/2006/relationships/notesMaster" Target="/ppt/notesMasters/notesMaster1.xml" Id="R2a8d07442ea14cd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14d6a4f8f444c8" /><Relationship Type="http://schemas.openxmlformats.org/officeDocument/2006/relationships/notesMaster" Target="/ppt/notesMasters/notesMaster1.xml" Id="R2e20fde3cd584724" /></Relationships>
</file>

<file path=ppt/notesSlides/_rels/notesSlide9.xml.rels>&#65279;<?xml version="1.0" encoding="utf-8"?><Relationships xmlns="http://schemas.openxmlformats.org/package/2006/relationships"><Relationship Type="http://schemas.openxmlformats.org/officeDocument/2006/relationships/slide" Target="/ppt/slides/slide9.xml" Id="Rd579b489fca14922" /><Relationship Type="http://schemas.openxmlformats.org/officeDocument/2006/relationships/notesMaster" Target="/ppt/notesMasters/notesMaster1.xml" Id="R1852d832fb4347e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1a7919899054654" /><Relationship Type="http://schemas.openxmlformats.org/officeDocument/2006/relationships/notesMaster" Target="/ppt/notesMasters/notesMaster1.xml" Id="R79e1beabe742402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7857125bdb74ee2" /><Relationship Type="http://schemas.openxmlformats.org/officeDocument/2006/relationships/notesMaster" Target="/ppt/notesMasters/notesMaster1.xml" Id="R69ed52d9971f449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d1f848806434c88" /><Relationship Type="http://schemas.openxmlformats.org/officeDocument/2006/relationships/notesMaster" Target="/ppt/notesMasters/notesMaster1.xml" Id="R8fcd14fccfbf4c5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179941fe7834f4e" /><Relationship Type="http://schemas.openxmlformats.org/officeDocument/2006/relationships/notesMaster" Target="/ppt/notesMasters/notesMaster1.xml" Id="R2e629b7096e64c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Jinmo Koo, HIGHST Urology. Vietnam MegaDerm Webinar, 21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Jinmo Koo, HIGHST Urology.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MegaDerm is a sheet acellular dermal matrix. HIGHST stocks hydrated and freeze-dried types. The stated thickness and sizes describe HIGHST's inventory. MegaFill is a micronized form of acellular dermal matrix. The photograph is supplied by HIGHST. Individual packages are not assigned type labels.</a:t>
            </a:r>
          </a:p>
          <a:p xmlns:a="http://schemas.openxmlformats.org/drawingml/2006/main">
            <a:r>
              <a:t/>
            </a:r>
          </a:p>
          <a:p xmlns:a="http://schemas.openxmlformats.org/drawingml/2006/main">
            <a:r>
              <a:t>Sources</a:t>
            </a:r>
          </a:p>
          <a:p xmlns:a="http://schemas.openxmlformats.org/drawingml/2006/main">
            <a:r>
              <a:t>https://lncbio.co.kr/theme/basic/images/L%26CBIO_catalog.pdf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Blood and urine testing: liver function, blood glucose, inflammatory markers and STI screening are the categories provided by HIGHST. Penile biothesiometry assesses vibration perception thresholds and penile sensitivity. It contributes to the clinical assessment rather than establishing a diagnosis of premature ejaculation by itself.</a:t>
            </a:r>
          </a:p>
          <a:p xmlns:a="http://schemas.openxmlformats.org/drawingml/2006/main">
            <a:r>
              <a:t/>
            </a:r>
          </a:p>
          <a:p xmlns:a="http://schemas.openxmlformats.org/drawingml/2006/main">
            <a:r>
              <a:t>Sources</a:t>
            </a:r>
          </a:p>
          <a:p xmlns:a="http://schemas.openxmlformats.org/drawingml/2006/main">
            <a:r>
              <a:t>https://pubmed.ncbi.nlm.nih.gov/28874780/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Shaving and draping.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1: Pubic Incision.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2: Circumcision-line Incision.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3: Secondary Dermal Grafting.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4: Revision Surgery.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5: Contour Step-off Correction.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categories are reported in published ADM augmentation literature. They do not represent HIGHST or MegaDerm-specific outcome data. No incidence rates are extrapolated to HIGHST.</a:t>
            </a:r>
          </a:p>
          <a:p xmlns:a="http://schemas.openxmlformats.org/drawingml/2006/main">
            <a:r>
              <a:t/>
            </a:r>
          </a:p>
          <a:p xmlns:a="http://schemas.openxmlformats.org/drawingml/2006/main">
            <a:r>
              <a:t>Sources</a:t>
            </a:r>
          </a:p>
          <a:p xmlns:a="http://schemas.openxmlformats.org/drawingml/2006/main">
            <a:r>
              <a:t>https://pubmed.ncbi.nlm.nih.gov/31420614/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Postoperative care and dressing technique.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d0f41adef024eb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6ac2a71d2df42b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09277a3580146e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84d8240b726433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44c7c1e327a402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21c55153589458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F83339-D245-4B2E-ABDA-9E77C27F17A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31E1271-4C2E-4046-AC23-C7033917339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B294207-DF9A-4FEB-AC1F-BE20EAFD81D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10C8EC-7BBB-453D-AC9E-549ACB7B00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1C39492-0184-49F2-90E6-55C5DA445E9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B08000C-B7BC-4E60-B6F1-032AC46BE3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E93A09D-1399-49E3-BEC1-96FBE352A9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87AF9D1-680E-441E-999C-D89F800948C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80A213-2133-4D8E-AFDE-2367A1F6ED1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35536F0-13E0-43BD-BD2E-112E03531E0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8eac210f9e4b40" /><Relationship Type="http://schemas.openxmlformats.org/officeDocument/2006/relationships/slideLayout" Target="/ppt/slideLayouts/slideLayout1.xml" Id="R8ec28c2138814f47" /><Relationship Type="http://schemas.openxmlformats.org/officeDocument/2006/relationships/slideLayout" Target="/ppt/slideLayouts/slideLayout2.xml" Id="R419ef0738e9a49df" /><Relationship Type="http://schemas.openxmlformats.org/officeDocument/2006/relationships/slideLayout" Target="/ppt/slideLayouts/slideLayout3.xml" Id="Rf361d240b0b24942" /><Relationship Type="http://schemas.openxmlformats.org/officeDocument/2006/relationships/slideLayout" Target="/ppt/slideLayouts/slideLayout4.xml" Id="R5364b7972616439a" /><Relationship Type="http://schemas.openxmlformats.org/officeDocument/2006/relationships/slideLayout" Target="/ppt/slideLayouts/slideLayout5.xml" Id="Rb4310c30b8d24709" /><Relationship Type="http://schemas.openxmlformats.org/officeDocument/2006/relationships/slideLayout" Target="/ppt/slideLayouts/slideLayout6.xml" Id="Rdcd5164da0cb47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c28c2138814f47"/>
    <p:sldLayoutId xmlns:r="http://schemas.openxmlformats.org/officeDocument/2006/relationships" id="2147483650" r:id="R419ef0738e9a49df"/>
    <p:sldLayoutId xmlns:r="http://schemas.openxmlformats.org/officeDocument/2006/relationships" id="2147483651" r:id="Rf361d240b0b24942"/>
    <p:sldLayoutId xmlns:r="http://schemas.openxmlformats.org/officeDocument/2006/relationships" id="2147483652" r:id="R5364b7972616439a"/>
    <p:sldLayoutId xmlns:r="http://schemas.openxmlformats.org/officeDocument/2006/relationships" id="2147483653" r:id="Rb4310c30b8d24709"/>
    <p:sldLayoutId xmlns:r="http://schemas.openxmlformats.org/officeDocument/2006/relationships" id="2147483654" r:id="Rdcd5164da0cb47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5fc067903f84ea3" /><Relationship Type="http://schemas.openxmlformats.org/officeDocument/2006/relationships/image" Target="/ppt/media/image.png" Id="R88c024e62d0a426c" /><Relationship Type="http://schemas.openxmlformats.org/officeDocument/2006/relationships/image" Target="/ppt/media/image2.png" Id="R6fc0c611984e42a3" /><Relationship Type="http://schemas.openxmlformats.org/officeDocument/2006/relationships/notesSlide" Target="/ppt/notesSlides/notesSlide1.xml" Id="R1f49ced0504c4cf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653483eee6a4c19" /><Relationship Type="http://schemas.openxmlformats.org/officeDocument/2006/relationships/image" Target="/ppt/media/image3.png" Id="R7afef12476e24d17" /><Relationship Type="http://schemas.openxmlformats.org/officeDocument/2006/relationships/notesSlide" Target="/ppt/notesSlides/notesSlide2.xml" Id="Rce24d1f64e6d47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24c98c928364b3e" /><Relationship Type="http://schemas.openxmlformats.org/officeDocument/2006/relationships/image" Target="/ppt/media/image4.png" Id="R02ba854ae7b54be1" /><Relationship Type="http://schemas.openxmlformats.org/officeDocument/2006/relationships/notesSlide" Target="/ppt/notesSlides/notesSlide3.xml" Id="R84b97fe0ba90488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97452f9856a4337" /><Relationship Type="http://schemas.openxmlformats.org/officeDocument/2006/relationships/notesSlide" Target="/ppt/notesSlides/notesSlide4.xml" Id="Rc9efcc5e4e20473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5d99755646b4079" /><Relationship Type="http://schemas.openxmlformats.org/officeDocument/2006/relationships/notesSlide" Target="/ppt/notesSlides/notesSlide5.xml" Id="R8075232abf22497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1f481b37ae04dd0" /><Relationship Type="http://schemas.openxmlformats.org/officeDocument/2006/relationships/notesSlide" Target="/ppt/notesSlides/notesSlide6.xml" Id="R9e50227487694b7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57a1dba469c4575" /><Relationship Type="http://schemas.openxmlformats.org/officeDocument/2006/relationships/notesSlide" Target="/ppt/notesSlides/notesSlide7.xml" Id="R91fbb659b3b0436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d0b1ea9aac94a25" /><Relationship Type="http://schemas.openxmlformats.org/officeDocument/2006/relationships/notesSlide" Target="/ppt/notesSlides/notesSlide8.xml" Id="R7fa182aca27e41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8d207da4f6b4481" /><Relationship Type="http://schemas.openxmlformats.org/officeDocument/2006/relationships/notesSlide" Target="/ppt/notesSlides/notesSlide9.xml" Id="R1f8971392f03410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4b65eb53f5847bd" /><Relationship Type="http://schemas.openxmlformats.org/officeDocument/2006/relationships/notesSlide" Target="/ppt/notesSlides/notesSlide10.xml" Id="R77a6c4285926428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2a56da719cd4635" /><Relationship Type="http://schemas.openxmlformats.org/officeDocument/2006/relationships/notesSlide" Target="/ppt/notesSlides/notesSlide11.xml" Id="R7dfdfe1e935b4d1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3afcde1c5dc49c6" /><Relationship Type="http://schemas.openxmlformats.org/officeDocument/2006/relationships/notesSlide" Target="/ppt/notesSlides/notesSlide12.xml" Id="R1c5fea4e5f9f40d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7c4ac64381546ea" /><Relationship Type="http://schemas.openxmlformats.org/officeDocument/2006/relationships/notesSlide" Target="/ppt/notesSlides/notesSlide13.xml" Id="R07249d2e956a4d3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6B05340-9A2A-4DBF-8D5A-2D2B166E59FA}"/>
              </a:ext>
            </a:extLst>
          </p:cNvPr>
          <p:cNvSpPr>
            <a:spLocks xmlns:a="http://schemas.openxmlformats.org/drawingml/2006/main" noGrp="1"/>
          </p:cNvSpPr>
          <p:nvPr/>
        </p:nvSpPr>
        <p:spPr>
          <a:xfrm xmlns:a="http://schemas.openxmlformats.org/drawingml/2006/main">
            <a:off x="7219950" y="0"/>
            <a:ext cx="4972050" cy="6858000"/>
          </a:xfrm>
          <a:prstGeom xmlns:a="http://schemas.openxmlformats.org/drawingml/2006/main" prst="rect">
            <a:avLst/>
          </a:prstGeom>
          <a:solidFill xmlns:a="http://schemas.openxmlformats.org/drawingml/2006/main">
            <a:srgbClr val="F4F3EE"/>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CF151C7E-BEF0-4BC4-9E94-EDC309A30CEB}"/>
              </a:ext>
            </a:extLst>
          </p:cNvPr>
          <p:cNvPicPr>
            <a:picLocks xmlns:a="http://schemas.openxmlformats.org/drawingml/2006/main" noChangeAspect="1"/>
          </p:cNvPicPr>
          <p:nvPr/>
        </p:nvPicPr>
        <p:blipFill>
          <a:blip xmlns:r="http://schemas.openxmlformats.org/officeDocument/2006/relationships" xmlns:a="http://schemas.openxmlformats.org/drawingml/2006/main" r:embed="R88c024e62d0a426c"/>
          <a:stretch xmlns:a="http://schemas.openxmlformats.org/drawingml/2006/main"/>
        </p:blipFill>
        <p:spPr>
          <a:xfrm xmlns:a="http://schemas.openxmlformats.org/drawingml/2006/main">
            <a:off x="7695746" y="476250"/>
            <a:ext cx="3991884" cy="5676900"/>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82292135-6740-487A-913B-279C4D47DB27}"/>
              </a:ext>
            </a:extLst>
          </p:cNvPr>
          <p:cNvPicPr>
            <a:picLocks xmlns:a="http://schemas.openxmlformats.org/drawingml/2006/main" noChangeAspect="1"/>
          </p:cNvPicPr>
          <p:nvPr/>
        </p:nvPicPr>
        <p:blipFill>
          <a:blip xmlns:r="http://schemas.openxmlformats.org/officeDocument/2006/relationships" xmlns:a="http://schemas.openxmlformats.org/drawingml/2006/main" r:embed="R6fc0c611984e42a3"/>
          <a:stretch xmlns:a="http://schemas.openxmlformats.org/drawingml/2006/main"/>
        </p:blipFill>
        <p:spPr>
          <a:xfrm xmlns:a="http://schemas.openxmlformats.org/drawingml/2006/main">
            <a:off x="685800" y="602579"/>
            <a:ext cx="2333625" cy="66174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A12E331-2937-486C-B124-DB66BAE2B54C}"/>
              </a:ext>
            </a:extLst>
          </p:cNvPr>
          <p:cNvSpPr>
            <a:spLocks xmlns:a="http://schemas.openxmlformats.org/drawingml/2006/main" noGrp="1"/>
          </p:cNvSpPr>
          <p:nvPr/>
        </p:nvSpPr>
        <p:spPr>
          <a:xfrm xmlns:a="http://schemas.openxmlformats.org/drawingml/2006/main">
            <a:off x="685800" y="1714500"/>
            <a:ext cx="581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VIETNAM UROLOGY WEBINAR</a:t>
            </a:r>
          </a:p>
        </p:txBody>
      </p:sp>
      <p:sp>
        <p:nvSpPr>
          <p:cNvPr id="5" name="">
            <a:extLst xmlns:a="http://schemas.openxmlformats.org/drawingml/2006/main">
              <a:ext uri="{FF2B5EF4-FFF2-40B4-BE49-F238E27FC236}">
                <a16:creationId xmlns:a16="http://schemas.microsoft.com/office/drawing/2014/main" id="{A138A14A-B9A4-44FA-A27D-800821902457}"/>
              </a:ext>
            </a:extLst>
          </p:cNvPr>
          <p:cNvSpPr>
            <a:spLocks xmlns:a="http://schemas.openxmlformats.org/drawingml/2006/main" noGrp="1"/>
          </p:cNvSpPr>
          <p:nvPr/>
        </p:nvSpPr>
        <p:spPr>
          <a:xfrm xmlns:a="http://schemas.openxmlformats.org/drawingml/2006/main">
            <a:off x="685800" y="2114550"/>
            <a:ext cx="6191250" cy="225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950" b="1">
                <a:solidFill>
                  <a:srgbClr val="1B1D19"/>
                </a:solidFill>
                <a:latin typeface="Pretendard"/>
                <a:ea typeface="Pretendard"/>
                <a:cs typeface="Pretendard"/>
              </a:defRPr>
            </a:defPPr>
          </a:lstStyle>
          <a:p xmlns:a="http://schemas.openxmlformats.org/drawingml/2006/main">
            <a:pPr>
              <a:defRPr sz="4950" b="1">
                <a:solidFill>
                  <a:srgbClr val="1B1D19"/>
                </a:solidFill>
                <a:latin typeface="Pretendard"/>
                <a:ea typeface="Pretendard"/>
                <a:cs typeface="Pretendard"/>
              </a:defRPr>
            </a:pPr>
            <a:r>
              <a:rPr sz="4950" b="1">
                <a:solidFill>
                  <a:srgbClr val="1B1D19"/>
                </a:solidFill>
                <a:latin typeface="Pretendard"/>
                <a:ea typeface="Pretendard"/>
                <a:cs typeface="Pretendard"/>
              </a:rPr>
              <a:t>MegaDerm</a:t>
            </a:r>
          </a:p>
          <a:p xmlns:a="http://schemas.openxmlformats.org/drawingml/2006/main">
            <a:pPr>
              <a:defRPr sz="4950" b="1">
                <a:solidFill>
                  <a:srgbClr val="1B1D19"/>
                </a:solidFill>
                <a:latin typeface="Pretendard"/>
                <a:ea typeface="Pretendard"/>
                <a:cs typeface="Pretendard"/>
              </a:defRPr>
            </a:pPr>
            <a:r>
              <a:rPr sz="4950" b="1">
                <a:solidFill>
                  <a:srgbClr val="1B1D19"/>
                </a:solidFill>
                <a:latin typeface="Pretendard"/>
                <a:ea typeface="Pretendard"/>
                <a:cs typeface="Pretendard"/>
              </a:rPr>
              <a:t>Penile</a:t>
            </a:r>
          </a:p>
          <a:p xmlns:a="http://schemas.openxmlformats.org/drawingml/2006/main">
            <a:pPr>
              <a:defRPr sz="4950" b="1">
                <a:solidFill>
                  <a:srgbClr val="1B1D19"/>
                </a:solidFill>
                <a:latin typeface="Pretendard"/>
                <a:ea typeface="Pretendard"/>
                <a:cs typeface="Pretendard"/>
              </a:defRPr>
            </a:pPr>
            <a:r>
              <a:rPr sz="4950" b="1">
                <a:solidFill>
                  <a:srgbClr val="1B1D19"/>
                </a:solidFill>
                <a:latin typeface="Pretendard"/>
                <a:ea typeface="Pretendard"/>
                <a:cs typeface="Pretendard"/>
              </a:rPr>
              <a:t>Augmentation</a:t>
            </a:r>
          </a:p>
        </p:txBody>
      </p:sp>
      <p:sp>
        <p:nvSpPr>
          <p:cNvPr id="6" name="">
            <a:extLst xmlns:a="http://schemas.openxmlformats.org/drawingml/2006/main">
              <a:ext uri="{FF2B5EF4-FFF2-40B4-BE49-F238E27FC236}">
                <a16:creationId xmlns:a16="http://schemas.microsoft.com/office/drawing/2014/main" id="{77A71D03-6B2D-4C85-846C-0CC13418E1A8}"/>
              </a:ext>
            </a:extLst>
          </p:cNvPr>
          <p:cNvSpPr>
            <a:spLocks xmlns:a="http://schemas.openxmlformats.org/drawingml/2006/main" noGrp="1"/>
          </p:cNvSpPr>
          <p:nvPr/>
        </p:nvSpPr>
        <p:spPr>
          <a:xfrm xmlns:a="http://schemas.openxmlformats.org/drawingml/2006/main">
            <a:off x="685800" y="4438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B7265"/>
                </a:solidFill>
                <a:latin typeface="Pretendard"/>
                <a:ea typeface="Pretendard"/>
                <a:cs typeface="Pretendard"/>
              </a:defRPr>
            </a:defPPr>
          </a:lstStyle>
          <a:p xmlns:a="http://schemas.openxmlformats.org/drawingml/2006/main">
            <a:pPr>
              <a:defRPr sz="1800" b="0">
                <a:solidFill>
                  <a:srgbClr val="6B7265"/>
                </a:solidFill>
                <a:latin typeface="Pretendard"/>
                <a:ea typeface="Pretendard"/>
                <a:cs typeface="Pretendard"/>
              </a:defRPr>
            </a:pPr>
            <a:r>
              <a:rPr sz="1800" b="0">
                <a:solidFill>
                  <a:srgbClr val="6B7265"/>
                </a:solidFill>
                <a:latin typeface="Pretendard"/>
                <a:ea typeface="Pretendard"/>
                <a:cs typeface="Pretendard"/>
              </a:rPr>
              <a:t>Clinical Cases and Perioperative Care</a:t>
            </a:r>
          </a:p>
        </p:txBody>
      </p:sp>
      <p:sp>
        <p:nvSpPr>
          <p:cNvPr id="7" name="">
            <a:extLst xmlns:a="http://schemas.openxmlformats.org/drawingml/2006/main">
              <a:ext uri="{FF2B5EF4-FFF2-40B4-BE49-F238E27FC236}">
                <a16:creationId xmlns:a16="http://schemas.microsoft.com/office/drawing/2014/main" id="{F00020FD-002B-4A61-AD32-80F0D9403B83}"/>
              </a:ext>
            </a:extLst>
          </p:cNvPr>
          <p:cNvSpPr>
            <a:spLocks xmlns:a="http://schemas.openxmlformats.org/drawingml/2006/main" noGrp="1"/>
          </p:cNvSpPr>
          <p:nvPr/>
        </p:nvSpPr>
        <p:spPr>
          <a:xfrm xmlns:a="http://schemas.openxmlformats.org/drawingml/2006/main">
            <a:off x="685800" y="5429250"/>
            <a:ext cx="53721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7E7F3F9-5F5B-46AF-AC8E-030117740298}"/>
              </a:ext>
            </a:extLst>
          </p:cNvPr>
          <p:cNvSpPr>
            <a:spLocks xmlns:a="http://schemas.openxmlformats.org/drawingml/2006/main" noGrp="1"/>
          </p:cNvSpPr>
          <p:nvPr/>
        </p:nvSpPr>
        <p:spPr>
          <a:xfrm xmlns:a="http://schemas.openxmlformats.org/drawingml/2006/main">
            <a:off x="685800" y="5648325"/>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B1D19"/>
                </a:solidFill>
                <a:latin typeface="Pretendard"/>
                <a:ea typeface="Pretendard"/>
                <a:cs typeface="Pretendard"/>
              </a:defRPr>
            </a:defPPr>
          </a:lstStyle>
          <a:p xmlns:a="http://schemas.openxmlformats.org/drawingml/2006/main">
            <a:pPr>
              <a:defRPr sz="1800" b="1">
                <a:solidFill>
                  <a:srgbClr val="1B1D19"/>
                </a:solidFill>
                <a:latin typeface="Pretendard"/>
                <a:ea typeface="Pretendard"/>
                <a:cs typeface="Pretendard"/>
              </a:defRPr>
            </a:pPr>
            <a:r>
              <a:rPr sz="1800" b="1">
                <a:solidFill>
                  <a:srgbClr val="1B1D19"/>
                </a:solidFill>
                <a:latin typeface="Pretendard"/>
                <a:ea typeface="Pretendard"/>
                <a:cs typeface="Pretendard"/>
              </a:rPr>
              <a:t>Jinmo Koo</a:t>
            </a:r>
          </a:p>
        </p:txBody>
      </p:sp>
      <p:sp>
        <p:nvSpPr>
          <p:cNvPr id="9" name="">
            <a:extLst xmlns:a="http://schemas.openxmlformats.org/drawingml/2006/main">
              <a:ext uri="{FF2B5EF4-FFF2-40B4-BE49-F238E27FC236}">
                <a16:creationId xmlns:a16="http://schemas.microsoft.com/office/drawing/2014/main" id="{1576C54B-CCC2-4AED-A8E2-7CF7649B23A6}"/>
              </a:ext>
            </a:extLst>
          </p:cNvPr>
          <p:cNvSpPr>
            <a:spLocks xmlns:a="http://schemas.openxmlformats.org/drawingml/2006/main" noGrp="1"/>
          </p:cNvSpPr>
          <p:nvPr/>
        </p:nvSpPr>
        <p:spPr>
          <a:xfrm xmlns:a="http://schemas.openxmlformats.org/drawingml/2006/main">
            <a:off x="4010025" y="5715000"/>
            <a:ext cx="2047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B7265"/>
                </a:solidFill>
                <a:latin typeface="Pretendard"/>
                <a:ea typeface="Pretendard"/>
                <a:cs typeface="Pretendard"/>
              </a:defRPr>
            </a:defPPr>
          </a:lstStyle>
          <a:p xmlns:a="http://schemas.openxmlformats.org/drawingml/2006/main">
            <a:pPr>
              <a:defRPr sz="1200" b="0">
                <a:solidFill>
                  <a:srgbClr val="6B7265"/>
                </a:solidFill>
                <a:latin typeface="Pretendard"/>
                <a:ea typeface="Pretendard"/>
                <a:cs typeface="Pretendard"/>
              </a:defRPr>
            </a:pPr>
            <a:r>
              <a:rPr sz="1200" b="0">
                <a:solidFill>
                  <a:srgbClr val="6B7265"/>
                </a:solidFill>
                <a:latin typeface="Pretendard"/>
                <a:ea typeface="Pretendard"/>
                <a:cs typeface="Pretendard"/>
              </a:rPr>
              <a:t>21 October 2026</a:t>
            </a:r>
          </a:p>
        </p:txBody>
      </p:sp>
      <p:sp>
        <p:nvSpPr>
          <p:cNvPr id="10" name="">
            <a:extLst xmlns:a="http://schemas.openxmlformats.org/drawingml/2006/main">
              <a:ext uri="{FF2B5EF4-FFF2-40B4-BE49-F238E27FC236}">
                <a16:creationId xmlns:a16="http://schemas.microsoft.com/office/drawing/2014/main" id="{8F137CD0-F9C1-4C70-A547-E216B1EC1724}"/>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1" name="">
            <a:extLst xmlns:a="http://schemas.openxmlformats.org/drawingml/2006/main">
              <a:ext uri="{FF2B5EF4-FFF2-40B4-BE49-F238E27FC236}">
                <a16:creationId xmlns:a16="http://schemas.microsoft.com/office/drawing/2014/main" id="{3ED7AD41-F0FC-4AA7-839B-979EF0624324}"/>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01</a:t>
            </a:r>
          </a:p>
        </p:txBody>
      </p:sp>
    </p:spTree>
    <p:extLst>
      <p:ext uri="{BB962C8B-B14F-4D97-AF65-F5344CB8AC3E}">
        <p14:creationId xmlns:p14="http://schemas.microsoft.com/office/powerpoint/2010/main" val="167428866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AC6689-3F5F-4B9E-9CFE-A2019EC9892B}"/>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SPEAKER</a:t>
            </a:r>
          </a:p>
        </p:txBody>
      </p:sp>
      <p:sp>
        <p:nvSpPr>
          <p:cNvPr id="2" name="">
            <a:extLst xmlns:a="http://schemas.openxmlformats.org/drawingml/2006/main">
              <a:ext uri="{FF2B5EF4-FFF2-40B4-BE49-F238E27FC236}">
                <a16:creationId xmlns:a16="http://schemas.microsoft.com/office/drawing/2014/main" id="{42A995E7-3A62-4ADC-8D38-2ECE8ED4E90F}"/>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Jinmo Koo</a:t>
            </a:r>
          </a:p>
        </p:txBody>
      </p:sp>
      <p:sp>
        <p:nvSpPr>
          <p:cNvPr id="3" name="">
            <a:extLst xmlns:a="http://schemas.openxmlformats.org/drawingml/2006/main">
              <a:ext uri="{FF2B5EF4-FFF2-40B4-BE49-F238E27FC236}">
                <a16:creationId xmlns:a16="http://schemas.microsoft.com/office/drawing/2014/main" id="{5D6A2554-AC42-4A00-B220-62CA0E191F3B}"/>
              </a:ext>
            </a:extLst>
          </p:cNvPr>
          <p:cNvSpPr>
            <a:spLocks xmlns:a="http://schemas.openxmlformats.org/drawingml/2006/main" noGrp="1"/>
          </p:cNvSpPr>
          <p:nvPr/>
        </p:nvSpPr>
        <p:spPr>
          <a:xfrm xmlns:a="http://schemas.openxmlformats.org/drawingml/2006/main">
            <a:off x="685800" y="272415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0">
                <a:solidFill>
                  <a:srgbClr val="6B7265"/>
                </a:solidFill>
                <a:latin typeface="Pretendard"/>
                <a:ea typeface="Pretendard"/>
                <a:cs typeface="Pretendard"/>
              </a:defRPr>
            </a:defPPr>
          </a:lstStyle>
          <a:p xmlns:a="http://schemas.openxmlformats.org/drawingml/2006/main">
            <a:pPr>
              <a:defRPr sz="2550" b="0">
                <a:solidFill>
                  <a:srgbClr val="6B7265"/>
                </a:solidFill>
                <a:latin typeface="Pretendard"/>
                <a:ea typeface="Pretendard"/>
                <a:cs typeface="Pretendard"/>
              </a:defRPr>
            </a:pPr>
            <a:r>
              <a:rPr sz="2550" b="0">
                <a:solidFill>
                  <a:srgbClr val="6B7265"/>
                </a:solidFill>
                <a:latin typeface="Pretendard"/>
                <a:ea typeface="Pretendard"/>
                <a:cs typeface="Pretendard"/>
              </a:rPr>
              <a:t>HIGHST Urology</a:t>
            </a:r>
          </a:p>
        </p:txBody>
      </p:sp>
      <p:pic>
        <p:nvPicPr>
          <p:cNvPr id="4" name="">
            <a:extLst xmlns:a="http://schemas.openxmlformats.org/drawingml/2006/main">
              <a:ext uri="{FF2B5EF4-FFF2-40B4-BE49-F238E27FC236}">
                <a16:creationId xmlns:a16="http://schemas.microsoft.com/office/drawing/2014/main" id="{2B02EE4B-4058-4826-A53A-4ED36A3D39D5}"/>
              </a:ext>
            </a:extLst>
          </p:cNvPr>
          <p:cNvPicPr>
            <a:picLocks xmlns:a="http://schemas.openxmlformats.org/drawingml/2006/main" noChangeAspect="1"/>
          </p:cNvPicPr>
          <p:nvPr/>
        </p:nvPicPr>
        <p:blipFill>
          <a:blip xmlns:r="http://schemas.openxmlformats.org/officeDocument/2006/relationships" xmlns:a="http://schemas.openxmlformats.org/drawingml/2006/main" r:embed="R7afef12476e24d17"/>
          <a:stretch xmlns:a="http://schemas.openxmlformats.org/drawingml/2006/main"/>
        </p:blipFill>
        <p:spPr>
          <a:xfrm xmlns:a="http://schemas.openxmlformats.org/drawingml/2006/main">
            <a:off x="685800" y="4812204"/>
            <a:ext cx="2571750" cy="729266"/>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AC85E11-7C31-448B-BEB9-F668D49E452C}"/>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7D7E2129-2755-4F59-A5B0-A4FF24EC0A7E}"/>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02</a:t>
            </a:r>
          </a:p>
        </p:txBody>
      </p:sp>
    </p:spTree>
    <p:extLst>
      <p:ext uri="{BB962C8B-B14F-4D97-AF65-F5344CB8AC3E}">
        <p14:creationId xmlns:p14="http://schemas.microsoft.com/office/powerpoint/2010/main" val="15120880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1FA0637-7BCD-4D2B-8099-9912B9DC734D}"/>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MATERIALS</a:t>
            </a:r>
          </a:p>
        </p:txBody>
      </p:sp>
      <p:sp>
        <p:nvSpPr>
          <p:cNvPr id="2" name="">
            <a:extLst xmlns:a="http://schemas.openxmlformats.org/drawingml/2006/main">
              <a:ext uri="{FF2B5EF4-FFF2-40B4-BE49-F238E27FC236}">
                <a16:creationId xmlns:a16="http://schemas.microsoft.com/office/drawing/2014/main" id="{3E14A33F-1167-4EB0-9020-1CBFCABCC988}"/>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MegaDerm &amp; MegaFill</a:t>
            </a:r>
          </a:p>
        </p:txBody>
      </p:sp>
      <p:sp>
        <p:nvSpPr>
          <p:cNvPr id="3" name="">
            <a:extLst xmlns:a="http://schemas.openxmlformats.org/drawingml/2006/main">
              <a:ext uri="{FF2B5EF4-FFF2-40B4-BE49-F238E27FC236}">
                <a16:creationId xmlns:a16="http://schemas.microsoft.com/office/drawing/2014/main" id="{6A75E9FC-C00F-4B52-AF56-F962A22EB70C}"/>
              </a:ext>
            </a:extLst>
          </p:cNvPr>
          <p:cNvSpPr>
            <a:spLocks xmlns:a="http://schemas.openxmlformats.org/drawingml/2006/main" noGrp="1"/>
          </p:cNvSpPr>
          <p:nvPr/>
        </p:nvSpPr>
        <p:spPr>
          <a:xfrm xmlns:a="http://schemas.openxmlformats.org/drawingml/2006/main">
            <a:off x="685800" y="2333625"/>
            <a:ext cx="497205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C23097-2194-40B0-B927-16007989B932}"/>
              </a:ext>
            </a:extLst>
          </p:cNvPr>
          <p:cNvSpPr>
            <a:spLocks xmlns:a="http://schemas.openxmlformats.org/drawingml/2006/main" noGrp="1"/>
          </p:cNvSpPr>
          <p:nvPr/>
        </p:nvSpPr>
        <p:spPr>
          <a:xfrm xmlns:a="http://schemas.openxmlformats.org/drawingml/2006/main">
            <a:off x="685800" y="2524125"/>
            <a:ext cx="4972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1B1D19"/>
                </a:solidFill>
                <a:latin typeface="Pretendard"/>
                <a:ea typeface="Pretendard"/>
                <a:cs typeface="Pretendard"/>
              </a:defRPr>
            </a:defPPr>
          </a:lstStyle>
          <a:p xmlns:a="http://schemas.openxmlformats.org/drawingml/2006/main">
            <a:pPr>
              <a:defRPr sz="2475" b="1">
                <a:solidFill>
                  <a:srgbClr val="1B1D19"/>
                </a:solidFill>
                <a:latin typeface="Pretendard"/>
                <a:ea typeface="Pretendard"/>
                <a:cs typeface="Pretendard"/>
              </a:defRPr>
            </a:pPr>
            <a:r>
              <a:rPr sz="2475" b="1">
                <a:solidFill>
                  <a:srgbClr val="1B1D19"/>
                </a:solidFill>
                <a:latin typeface="Pretendard"/>
                <a:ea typeface="Pretendard"/>
                <a:cs typeface="Pretendard"/>
              </a:rPr>
              <a:t>MegaDerm</a:t>
            </a:r>
          </a:p>
        </p:txBody>
      </p:sp>
      <p:sp>
        <p:nvSpPr>
          <p:cNvPr id="5" name="">
            <a:extLst xmlns:a="http://schemas.openxmlformats.org/drawingml/2006/main">
              <a:ext uri="{FF2B5EF4-FFF2-40B4-BE49-F238E27FC236}">
                <a16:creationId xmlns:a16="http://schemas.microsoft.com/office/drawing/2014/main" id="{B1CAB92A-E17D-4566-84A4-CBD268A61BA0}"/>
              </a:ext>
            </a:extLst>
          </p:cNvPr>
          <p:cNvSpPr>
            <a:spLocks xmlns:a="http://schemas.openxmlformats.org/drawingml/2006/main" noGrp="1"/>
          </p:cNvSpPr>
          <p:nvPr/>
        </p:nvSpPr>
        <p:spPr>
          <a:xfrm xmlns:a="http://schemas.openxmlformats.org/drawingml/2006/main">
            <a:off x="685800" y="3114675"/>
            <a:ext cx="49720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B7265"/>
                </a:solidFill>
                <a:latin typeface="Pretendard"/>
                <a:ea typeface="Pretendard"/>
                <a:cs typeface="Pretendard"/>
              </a:defRPr>
            </a:defPPr>
          </a:lstStyle>
          <a:p xmlns:a="http://schemas.openxmlformats.org/drawingml/2006/main">
            <a:pPr>
              <a:defRPr sz="1800" b="0">
                <a:solidFill>
                  <a:srgbClr val="6B7265"/>
                </a:solidFill>
                <a:latin typeface="Pretendard"/>
                <a:ea typeface="Pretendard"/>
                <a:cs typeface="Pretendard"/>
              </a:defRPr>
            </a:pPr>
            <a:r>
              <a:rPr sz="1800" b="0">
                <a:solidFill>
                  <a:srgbClr val="6B7265"/>
                </a:solidFill>
                <a:latin typeface="Pretendard"/>
                <a:ea typeface="Pretendard"/>
                <a:cs typeface="Pretendard"/>
              </a:rPr>
              <a:t>Acellular dermal matrix</a:t>
            </a:r>
          </a:p>
          <a:p xmlns:a="http://schemas.openxmlformats.org/drawingml/2006/main">
            <a:pPr>
              <a:defRPr sz="1800" b="0">
                <a:solidFill>
                  <a:srgbClr val="6B7265"/>
                </a:solidFill>
                <a:latin typeface="Pretendard"/>
                <a:ea typeface="Pretendard"/>
                <a:cs typeface="Pretendard"/>
              </a:defRPr>
            </a:pPr>
            <a:r>
              <a:rPr sz="1800" b="0">
                <a:solidFill>
                  <a:srgbClr val="6B7265"/>
                </a:solidFill>
                <a:latin typeface="Pretendard"/>
                <a:ea typeface="Pretendard"/>
                <a:cs typeface="Pretendard"/>
              </a:rPr>
              <a:t>Hydrated / Freeze-dried</a:t>
            </a:r>
          </a:p>
        </p:txBody>
      </p:sp>
      <p:sp>
        <p:nvSpPr>
          <p:cNvPr id="6" name="">
            <a:extLst xmlns:a="http://schemas.openxmlformats.org/drawingml/2006/main">
              <a:ext uri="{FF2B5EF4-FFF2-40B4-BE49-F238E27FC236}">
                <a16:creationId xmlns:a16="http://schemas.microsoft.com/office/drawing/2014/main" id="{BC00328C-D1E5-4D50-953E-6547CB358114}"/>
              </a:ext>
            </a:extLst>
          </p:cNvPr>
          <p:cNvSpPr>
            <a:spLocks xmlns:a="http://schemas.openxmlformats.org/drawingml/2006/main" noGrp="1"/>
          </p:cNvSpPr>
          <p:nvPr/>
        </p:nvSpPr>
        <p:spPr>
          <a:xfrm xmlns:a="http://schemas.openxmlformats.org/drawingml/2006/main">
            <a:off x="685800" y="4057650"/>
            <a:ext cx="497205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5F599C9-EBB4-4C53-B30F-C75B68AD6DEB}"/>
              </a:ext>
            </a:extLst>
          </p:cNvPr>
          <p:cNvSpPr>
            <a:spLocks xmlns:a="http://schemas.openxmlformats.org/drawingml/2006/main" noGrp="1"/>
          </p:cNvSpPr>
          <p:nvPr/>
        </p:nvSpPr>
        <p:spPr>
          <a:xfrm xmlns:a="http://schemas.openxmlformats.org/drawingml/2006/main">
            <a:off x="685800" y="4248150"/>
            <a:ext cx="4972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1B1D19"/>
                </a:solidFill>
                <a:latin typeface="Pretendard"/>
                <a:ea typeface="Pretendard"/>
                <a:cs typeface="Pretendard"/>
              </a:defRPr>
            </a:defPPr>
          </a:lstStyle>
          <a:p xmlns:a="http://schemas.openxmlformats.org/drawingml/2006/main">
            <a:pPr>
              <a:defRPr sz="2475" b="1">
                <a:solidFill>
                  <a:srgbClr val="1B1D19"/>
                </a:solidFill>
                <a:latin typeface="Pretendard"/>
                <a:ea typeface="Pretendard"/>
                <a:cs typeface="Pretendard"/>
              </a:defRPr>
            </a:pPr>
            <a:r>
              <a:rPr sz="2475" b="1">
                <a:solidFill>
                  <a:srgbClr val="1B1D19"/>
                </a:solidFill>
                <a:latin typeface="Pretendard"/>
                <a:ea typeface="Pretendard"/>
                <a:cs typeface="Pretendard"/>
              </a:rPr>
              <a:t>MegaFill</a:t>
            </a:r>
          </a:p>
        </p:txBody>
      </p:sp>
      <p:sp>
        <p:nvSpPr>
          <p:cNvPr id="8" name="">
            <a:extLst xmlns:a="http://schemas.openxmlformats.org/drawingml/2006/main">
              <a:ext uri="{FF2B5EF4-FFF2-40B4-BE49-F238E27FC236}">
                <a16:creationId xmlns:a16="http://schemas.microsoft.com/office/drawing/2014/main" id="{A621CF02-38AA-4310-888F-B9D7EB22E6E0}"/>
              </a:ext>
            </a:extLst>
          </p:cNvPr>
          <p:cNvSpPr>
            <a:spLocks xmlns:a="http://schemas.openxmlformats.org/drawingml/2006/main" noGrp="1"/>
          </p:cNvSpPr>
          <p:nvPr/>
        </p:nvSpPr>
        <p:spPr>
          <a:xfrm xmlns:a="http://schemas.openxmlformats.org/drawingml/2006/main">
            <a:off x="685800" y="4838700"/>
            <a:ext cx="49720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B7265"/>
                </a:solidFill>
                <a:latin typeface="Pretendard"/>
                <a:ea typeface="Pretendard"/>
                <a:cs typeface="Pretendard"/>
              </a:defRPr>
            </a:defPPr>
          </a:lstStyle>
          <a:p xmlns:a="http://schemas.openxmlformats.org/drawingml/2006/main">
            <a:pPr>
              <a:defRPr sz="1800" b="0">
                <a:solidFill>
                  <a:srgbClr val="6B7265"/>
                </a:solidFill>
                <a:latin typeface="Pretendard"/>
                <a:ea typeface="Pretendard"/>
                <a:cs typeface="Pretendard"/>
              </a:defRPr>
            </a:pPr>
            <a:r>
              <a:rPr sz="1800" b="0">
                <a:solidFill>
                  <a:srgbClr val="6B7265"/>
                </a:solidFill>
                <a:latin typeface="Pretendard"/>
                <a:ea typeface="Pretendard"/>
                <a:cs typeface="Pretendard"/>
              </a:rPr>
              <a:t>Micronized acellular dermal matrix</a:t>
            </a:r>
          </a:p>
        </p:txBody>
      </p:sp>
      <p:sp>
        <p:nvSpPr>
          <p:cNvPr id="9" name="">
            <a:extLst xmlns:a="http://schemas.openxmlformats.org/drawingml/2006/main">
              <a:ext uri="{FF2B5EF4-FFF2-40B4-BE49-F238E27FC236}">
                <a16:creationId xmlns:a16="http://schemas.microsoft.com/office/drawing/2014/main" id="{3C14D2DB-679B-40C1-A5D5-27335BB4C1CB}"/>
              </a:ext>
            </a:extLst>
          </p:cNvPr>
          <p:cNvSpPr>
            <a:spLocks xmlns:a="http://schemas.openxmlformats.org/drawingml/2006/main" noGrp="1"/>
          </p:cNvSpPr>
          <p:nvPr/>
        </p:nvSpPr>
        <p:spPr>
          <a:xfrm xmlns:a="http://schemas.openxmlformats.org/drawingml/2006/main">
            <a:off x="6248400" y="2333625"/>
            <a:ext cx="5257800" cy="3209925"/>
          </a:xfrm>
          <a:prstGeom xmlns:a="http://schemas.openxmlformats.org/drawingml/2006/main" prst="rect">
            <a:avLst/>
          </a:prstGeom>
          <a:solidFill xmlns:a="http://schemas.openxmlformats.org/drawingml/2006/main">
            <a:srgbClr val="F4F3EE"/>
          </a:solidFill>
          <a:ln xmlns:a="http://schemas.openxmlformats.org/drawingml/2006/main" w="0">
            <a:noFill/>
          </a:ln>
        </p:spPr>
      </p:sp>
      <p:pic>
        <p:nvPicPr>
          <p:cNvPr id="10" name="">
            <a:extLst xmlns:a="http://schemas.openxmlformats.org/drawingml/2006/main">
              <a:ext uri="{FF2B5EF4-FFF2-40B4-BE49-F238E27FC236}">
                <a16:creationId xmlns:a16="http://schemas.microsoft.com/office/drawing/2014/main" id="{79244196-60DA-4526-9BFA-93CA6E5B5436}"/>
              </a:ext>
            </a:extLst>
          </p:cNvPr>
          <p:cNvPicPr>
            <a:picLocks xmlns:a="http://schemas.openxmlformats.org/drawingml/2006/main" noChangeAspect="1"/>
          </p:cNvPicPr>
          <p:nvPr/>
        </p:nvPicPr>
        <p:blipFill>
          <a:blip xmlns:r="http://schemas.openxmlformats.org/officeDocument/2006/relationships" xmlns:a="http://schemas.openxmlformats.org/drawingml/2006/main" r:embed="R02ba854ae7b54be1"/>
          <a:stretch xmlns:a="http://schemas.openxmlformats.org/drawingml/2006/main"/>
        </p:blipFill>
        <p:spPr>
          <a:xfrm xmlns:a="http://schemas.openxmlformats.org/drawingml/2006/main">
            <a:off x="6343650" y="2507820"/>
            <a:ext cx="5067300" cy="2861534"/>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E7C19899-8E58-4432-BABD-1C1B5E934E85}"/>
              </a:ext>
            </a:extLst>
          </p:cNvPr>
          <p:cNvSpPr>
            <a:spLocks xmlns:a="http://schemas.openxmlformats.org/drawingml/2006/main" noGrp="1"/>
          </p:cNvSpPr>
          <p:nvPr/>
        </p:nvSpPr>
        <p:spPr>
          <a:xfrm xmlns:a="http://schemas.openxmlformats.org/drawingml/2006/main">
            <a:off x="685800" y="601980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B7265"/>
                </a:solidFill>
                <a:latin typeface="Pretendard"/>
                <a:ea typeface="Pretendard"/>
                <a:cs typeface="Pretendard"/>
              </a:defRPr>
            </a:defPPr>
          </a:lstStyle>
          <a:p xmlns:a="http://schemas.openxmlformats.org/drawingml/2006/main">
            <a:pPr>
              <a:defRPr sz="1050" b="0">
                <a:solidFill>
                  <a:srgbClr val="6B7265"/>
                </a:solidFill>
                <a:latin typeface="Pretendard"/>
                <a:ea typeface="Pretendard"/>
                <a:cs typeface="Pretendard"/>
              </a:defRPr>
            </a:pPr>
            <a:r>
              <a:rPr sz="1050" b="0">
                <a:solidFill>
                  <a:srgbClr val="6B7265"/>
                </a:solidFill>
                <a:latin typeface="Pretendard"/>
                <a:ea typeface="Pretendard"/>
                <a:cs typeface="Pretendard"/>
              </a:rPr>
              <a:t>MegaDerm stock at HIGHST: 3–5 mm / 5 × 6, 5 × 8, 5 × 10, 6 × 12 cm</a:t>
            </a:r>
          </a:p>
        </p:txBody>
      </p:sp>
      <p:sp>
        <p:nvSpPr>
          <p:cNvPr id="12" name="">
            <a:extLst xmlns:a="http://schemas.openxmlformats.org/drawingml/2006/main">
              <a:ext uri="{FF2B5EF4-FFF2-40B4-BE49-F238E27FC236}">
                <a16:creationId xmlns:a16="http://schemas.microsoft.com/office/drawing/2014/main" id="{54FF2910-0FA8-4EDD-97D9-104BDB16A4D6}"/>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3" name="">
            <a:extLst xmlns:a="http://schemas.openxmlformats.org/drawingml/2006/main">
              <a:ext uri="{FF2B5EF4-FFF2-40B4-BE49-F238E27FC236}">
                <a16:creationId xmlns:a16="http://schemas.microsoft.com/office/drawing/2014/main" id="{5D427DF1-2DCA-434A-85C1-4572AC051BC7}"/>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03</a:t>
            </a:r>
          </a:p>
        </p:txBody>
      </p:sp>
    </p:spTree>
    <p:extLst>
      <p:ext uri="{BB962C8B-B14F-4D97-AF65-F5344CB8AC3E}">
        <p14:creationId xmlns:p14="http://schemas.microsoft.com/office/powerpoint/2010/main" val="1666934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EE8034F-4844-4DB1-954A-DE9488427816}"/>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EVALUATION</a:t>
            </a:r>
          </a:p>
        </p:txBody>
      </p:sp>
      <p:sp>
        <p:nvSpPr>
          <p:cNvPr id="2" name="">
            <a:extLst xmlns:a="http://schemas.openxmlformats.org/drawingml/2006/main">
              <a:ext uri="{FF2B5EF4-FFF2-40B4-BE49-F238E27FC236}">
                <a16:creationId xmlns:a16="http://schemas.microsoft.com/office/drawing/2014/main" id="{23933B68-ADF3-47FB-B68C-055DB0C63C06}"/>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Preoperative Evaluation</a:t>
            </a:r>
          </a:p>
        </p:txBody>
      </p:sp>
      <p:sp>
        <p:nvSpPr>
          <p:cNvPr id="3" name="">
            <a:extLst xmlns:a="http://schemas.openxmlformats.org/drawingml/2006/main">
              <a:ext uri="{FF2B5EF4-FFF2-40B4-BE49-F238E27FC236}">
                <a16:creationId xmlns:a16="http://schemas.microsoft.com/office/drawing/2014/main" id="{1FDB2E83-E5CC-4256-B617-593EFA117E55}"/>
              </a:ext>
            </a:extLst>
          </p:cNvPr>
          <p:cNvSpPr>
            <a:spLocks xmlns:a="http://schemas.openxmlformats.org/drawingml/2006/main" noGrp="1"/>
          </p:cNvSpPr>
          <p:nvPr/>
        </p:nvSpPr>
        <p:spPr>
          <a:xfrm xmlns:a="http://schemas.openxmlformats.org/drawingml/2006/main">
            <a:off x="685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C3F2C1A-B114-4A51-A606-3A79B6D7BED8}"/>
              </a:ext>
            </a:extLst>
          </p:cNvPr>
          <p:cNvSpPr>
            <a:spLocks xmlns:a="http://schemas.openxmlformats.org/drawingml/2006/main" noGrp="1"/>
          </p:cNvSpPr>
          <p:nvPr/>
        </p:nvSpPr>
        <p:spPr>
          <a:xfrm xmlns:a="http://schemas.openxmlformats.org/drawingml/2006/main">
            <a:off x="685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Blood and urine testing</a:t>
            </a:r>
          </a:p>
        </p:txBody>
      </p:sp>
      <p:sp>
        <p:nvSpPr>
          <p:cNvPr id="5" name="">
            <a:extLst xmlns:a="http://schemas.openxmlformats.org/drawingml/2006/main">
              <a:ext uri="{FF2B5EF4-FFF2-40B4-BE49-F238E27FC236}">
                <a16:creationId xmlns:a16="http://schemas.microsoft.com/office/drawing/2014/main" id="{177BF92D-0C4C-404F-9BBE-7C0D52668515}"/>
              </a:ext>
            </a:extLst>
          </p:cNvPr>
          <p:cNvSpPr>
            <a:spLocks xmlns:a="http://schemas.openxmlformats.org/drawingml/2006/main" noGrp="1"/>
          </p:cNvSpPr>
          <p:nvPr/>
        </p:nvSpPr>
        <p:spPr>
          <a:xfrm xmlns:a="http://schemas.openxmlformats.org/drawingml/2006/main">
            <a:off x="685800" y="3581400"/>
            <a:ext cx="51054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6B7265"/>
                </a:solidFill>
                <a:latin typeface="Pretendard"/>
                <a:ea typeface="Pretendard"/>
                <a:cs typeface="Pretendard"/>
              </a:defRPr>
            </a:defPPr>
          </a:lstStyle>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Liver function</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Blood glucose</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Inflammatory markers</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STI screening</a:t>
            </a:r>
          </a:p>
        </p:txBody>
      </p:sp>
      <p:sp>
        <p:nvSpPr>
          <p:cNvPr id="6" name="">
            <a:extLst xmlns:a="http://schemas.openxmlformats.org/drawingml/2006/main">
              <a:ext uri="{FF2B5EF4-FFF2-40B4-BE49-F238E27FC236}">
                <a16:creationId xmlns:a16="http://schemas.microsoft.com/office/drawing/2014/main" id="{CF9DA849-676F-46BD-9963-0B22F3CC0786}"/>
              </a:ext>
            </a:extLst>
          </p:cNvPr>
          <p:cNvSpPr>
            <a:spLocks xmlns:a="http://schemas.openxmlformats.org/drawingml/2006/main" noGrp="1"/>
          </p:cNvSpPr>
          <p:nvPr/>
        </p:nvSpPr>
        <p:spPr>
          <a:xfrm xmlns:a="http://schemas.openxmlformats.org/drawingml/2006/main">
            <a:off x="6400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C8D8D65-3D9B-44D2-ADFF-EE2FCBC30F7A}"/>
              </a:ext>
            </a:extLst>
          </p:cNvPr>
          <p:cNvSpPr>
            <a:spLocks xmlns:a="http://schemas.openxmlformats.org/drawingml/2006/main" noGrp="1"/>
          </p:cNvSpPr>
          <p:nvPr/>
        </p:nvSpPr>
        <p:spPr>
          <a:xfrm xmlns:a="http://schemas.openxmlformats.org/drawingml/2006/main">
            <a:off x="6400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Penile biothesiometry</a:t>
            </a:r>
          </a:p>
        </p:txBody>
      </p:sp>
      <p:sp>
        <p:nvSpPr>
          <p:cNvPr id="8" name="">
            <a:extLst xmlns:a="http://schemas.openxmlformats.org/drawingml/2006/main">
              <a:ext uri="{FF2B5EF4-FFF2-40B4-BE49-F238E27FC236}">
                <a16:creationId xmlns:a16="http://schemas.microsoft.com/office/drawing/2014/main" id="{6DA09B24-34C0-4F4E-BB21-A5CE8085E5E4}"/>
              </a:ext>
            </a:extLst>
          </p:cNvPr>
          <p:cNvSpPr>
            <a:spLocks xmlns:a="http://schemas.openxmlformats.org/drawingml/2006/main" noGrp="1"/>
          </p:cNvSpPr>
          <p:nvPr/>
        </p:nvSpPr>
        <p:spPr>
          <a:xfrm xmlns:a="http://schemas.openxmlformats.org/drawingml/2006/main">
            <a:off x="6400800" y="3581400"/>
            <a:ext cx="51054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6B7265"/>
                </a:solidFill>
                <a:latin typeface="Pretendard"/>
                <a:ea typeface="Pretendard"/>
                <a:cs typeface="Pretendard"/>
              </a:defRPr>
            </a:defPPr>
          </a:lstStyle>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Vibration perception threshold</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Penile sensitivity assessment</a:t>
            </a:r>
          </a:p>
        </p:txBody>
      </p:sp>
      <p:sp>
        <p:nvSpPr>
          <p:cNvPr id="9" name="">
            <a:extLst xmlns:a="http://schemas.openxmlformats.org/drawingml/2006/main">
              <a:ext uri="{FF2B5EF4-FFF2-40B4-BE49-F238E27FC236}">
                <a16:creationId xmlns:a16="http://schemas.microsoft.com/office/drawing/2014/main" id="{7A059DBF-826D-4647-8C79-22E7CB1E2438}"/>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0" name="">
            <a:extLst xmlns:a="http://schemas.openxmlformats.org/drawingml/2006/main">
              <a:ext uri="{FF2B5EF4-FFF2-40B4-BE49-F238E27FC236}">
                <a16:creationId xmlns:a16="http://schemas.microsoft.com/office/drawing/2014/main" id="{E92250C4-B235-4E3A-A708-107858DA0D03}"/>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04</a:t>
            </a:r>
          </a:p>
        </p:txBody>
      </p:sp>
    </p:spTree>
    <p:extLst>
      <p:ext uri="{BB962C8B-B14F-4D97-AF65-F5344CB8AC3E}">
        <p14:creationId xmlns:p14="http://schemas.microsoft.com/office/powerpoint/2010/main" val="164465929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313924-4CB2-42C7-AA81-1F54F12CAA85}"/>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PREPARATION</a:t>
            </a:r>
          </a:p>
        </p:txBody>
      </p:sp>
      <p:sp>
        <p:nvSpPr>
          <p:cNvPr id="2" name="">
            <a:extLst xmlns:a="http://schemas.openxmlformats.org/drawingml/2006/main">
              <a:ext uri="{FF2B5EF4-FFF2-40B4-BE49-F238E27FC236}">
                <a16:creationId xmlns:a16="http://schemas.microsoft.com/office/drawing/2014/main" id="{EAB64E31-ABD2-4700-A796-3237C7CA1D46}"/>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Surgical Preparation</a:t>
            </a:r>
          </a:p>
        </p:txBody>
      </p:sp>
      <p:sp>
        <p:nvSpPr>
          <p:cNvPr id="3" name="">
            <a:extLst xmlns:a="http://schemas.openxmlformats.org/drawingml/2006/main">
              <a:ext uri="{FF2B5EF4-FFF2-40B4-BE49-F238E27FC236}">
                <a16:creationId xmlns:a16="http://schemas.microsoft.com/office/drawing/2014/main" id="{27F6E472-B46B-4F83-8115-60CA691802F9}"/>
              </a:ext>
            </a:extLst>
          </p:cNvPr>
          <p:cNvSpPr>
            <a:spLocks xmlns:a="http://schemas.openxmlformats.org/drawingml/2006/main" noGrp="1"/>
          </p:cNvSpPr>
          <p:nvPr/>
        </p:nvSpPr>
        <p:spPr>
          <a:xfrm xmlns:a="http://schemas.openxmlformats.org/drawingml/2006/main">
            <a:off x="685800" y="1905000"/>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6B7265"/>
                </a:solidFill>
                <a:latin typeface="Pretendard"/>
                <a:ea typeface="Pretendard"/>
                <a:cs typeface="Pretendard"/>
              </a:defRPr>
            </a:defPPr>
          </a:lstStyle>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Shaving and Draping</a:t>
            </a:r>
          </a:p>
        </p:txBody>
      </p:sp>
      <p:sp>
        <p:nvSpPr>
          <p:cNvPr id="4" name="">
            <a:extLst xmlns:a="http://schemas.openxmlformats.org/drawingml/2006/main">
              <a:ext uri="{FF2B5EF4-FFF2-40B4-BE49-F238E27FC236}">
                <a16:creationId xmlns:a16="http://schemas.microsoft.com/office/drawing/2014/main" id="{1C592E53-5251-46C8-B27E-E3C85A6E1F9E}"/>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488A3C-F2ED-40A8-ABFC-B4F185074FC7}"/>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500D701-E50C-4299-BB33-F114B9E59545}"/>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7" name="">
            <a:extLst xmlns:a="http://schemas.openxmlformats.org/drawingml/2006/main">
              <a:ext uri="{FF2B5EF4-FFF2-40B4-BE49-F238E27FC236}">
                <a16:creationId xmlns:a16="http://schemas.microsoft.com/office/drawing/2014/main" id="{7CDA10AE-2699-4029-9081-2DFF6700F3F4}"/>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05</a:t>
            </a:r>
          </a:p>
        </p:txBody>
      </p:sp>
    </p:spTree>
    <p:extLst>
      <p:ext uri="{BB962C8B-B14F-4D97-AF65-F5344CB8AC3E}">
        <p14:creationId xmlns:p14="http://schemas.microsoft.com/office/powerpoint/2010/main" val="167849142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2BE8916-F124-40BA-9FE0-C9C301FE86C6}"/>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CLINICAL CASES / CASE 1</a:t>
            </a:r>
          </a:p>
        </p:txBody>
      </p:sp>
      <p:sp>
        <p:nvSpPr>
          <p:cNvPr id="2" name="">
            <a:extLst xmlns:a="http://schemas.openxmlformats.org/drawingml/2006/main">
              <a:ext uri="{FF2B5EF4-FFF2-40B4-BE49-F238E27FC236}">
                <a16:creationId xmlns:a16="http://schemas.microsoft.com/office/drawing/2014/main" id="{BB8DF67A-9CEB-4B74-9D62-B4E3089E2615}"/>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Pubic Incision</a:t>
            </a:r>
          </a:p>
        </p:txBody>
      </p:sp>
      <p:sp>
        <p:nvSpPr>
          <p:cNvPr id="3" name="">
            <a:extLst xmlns:a="http://schemas.openxmlformats.org/drawingml/2006/main">
              <a:ext uri="{FF2B5EF4-FFF2-40B4-BE49-F238E27FC236}">
                <a16:creationId xmlns:a16="http://schemas.microsoft.com/office/drawing/2014/main" id="{9A45B733-0414-408A-A97F-3BCA1D42C97E}"/>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44BFDE8-8F44-47BF-B01E-AF1D1AE766F8}"/>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D0BA2F-B139-4261-86D8-31E0876B798E}"/>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9926DE49-2B3E-43F9-AF6D-CA92086C4BE5}"/>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06</a:t>
            </a:r>
          </a:p>
        </p:txBody>
      </p:sp>
    </p:spTree>
    <p:extLst>
      <p:ext uri="{BB962C8B-B14F-4D97-AF65-F5344CB8AC3E}">
        <p14:creationId xmlns:p14="http://schemas.microsoft.com/office/powerpoint/2010/main" val="126218741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F6444E-05B3-48B9-9BE6-7DBF6EEB14E2}"/>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CLINICAL CASES / CASE 2</a:t>
            </a:r>
          </a:p>
        </p:txBody>
      </p:sp>
      <p:sp>
        <p:nvSpPr>
          <p:cNvPr id="2" name="">
            <a:extLst xmlns:a="http://schemas.openxmlformats.org/drawingml/2006/main">
              <a:ext uri="{FF2B5EF4-FFF2-40B4-BE49-F238E27FC236}">
                <a16:creationId xmlns:a16="http://schemas.microsoft.com/office/drawing/2014/main" id="{1938ABD2-93CD-49D9-8706-A37EA8D107CB}"/>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Circumcision-line Incision</a:t>
            </a:r>
          </a:p>
        </p:txBody>
      </p:sp>
      <p:sp>
        <p:nvSpPr>
          <p:cNvPr id="3" name="">
            <a:extLst xmlns:a="http://schemas.openxmlformats.org/drawingml/2006/main">
              <a:ext uri="{FF2B5EF4-FFF2-40B4-BE49-F238E27FC236}">
                <a16:creationId xmlns:a16="http://schemas.microsoft.com/office/drawing/2014/main" id="{EB331DD9-45E7-47C1-848D-C802A9BBB777}"/>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5862A7A-1B3C-4716-8525-B789BEDE51C7}"/>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F3D837-3167-44C3-B0DA-9E41992E9134}"/>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E2268D9C-0E15-49A3-89D4-94F46CBF47C5}"/>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07</a:t>
            </a:r>
          </a:p>
        </p:txBody>
      </p:sp>
    </p:spTree>
    <p:extLst>
      <p:ext uri="{BB962C8B-B14F-4D97-AF65-F5344CB8AC3E}">
        <p14:creationId xmlns:p14="http://schemas.microsoft.com/office/powerpoint/2010/main" val="195831237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66A3F6-32AE-4398-A580-801E9483DB3B}"/>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CLINICAL CASES / CASE 3</a:t>
            </a:r>
          </a:p>
        </p:txBody>
      </p:sp>
      <p:sp>
        <p:nvSpPr>
          <p:cNvPr id="2" name="">
            <a:extLst xmlns:a="http://schemas.openxmlformats.org/drawingml/2006/main">
              <a:ext uri="{FF2B5EF4-FFF2-40B4-BE49-F238E27FC236}">
                <a16:creationId xmlns:a16="http://schemas.microsoft.com/office/drawing/2014/main" id="{F7F96C13-E289-4BC5-9CD2-A157E5B9311D}"/>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Secondary Dermal Grafting</a:t>
            </a:r>
          </a:p>
        </p:txBody>
      </p:sp>
      <p:sp>
        <p:nvSpPr>
          <p:cNvPr id="3" name="">
            <a:extLst xmlns:a="http://schemas.openxmlformats.org/drawingml/2006/main">
              <a:ext uri="{FF2B5EF4-FFF2-40B4-BE49-F238E27FC236}">
                <a16:creationId xmlns:a16="http://schemas.microsoft.com/office/drawing/2014/main" id="{DB5D83B1-FB32-4F03-A83C-CE0FE3925D6D}"/>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75E92F1-2928-43A2-A589-9044670B9B41}"/>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93C1B5-E6A2-470E-8870-6BB97D4F224A}"/>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F8177788-03CB-4E2B-830A-5C5E30F4F195}"/>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08</a:t>
            </a:r>
          </a:p>
        </p:txBody>
      </p:sp>
    </p:spTree>
    <p:extLst>
      <p:ext uri="{BB962C8B-B14F-4D97-AF65-F5344CB8AC3E}">
        <p14:creationId xmlns:p14="http://schemas.microsoft.com/office/powerpoint/2010/main" val="147527521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26F117D-C965-46F2-8D0C-AEDE8C63CF1E}"/>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CLINICAL CASES / CASE 4</a:t>
            </a:r>
          </a:p>
        </p:txBody>
      </p:sp>
      <p:sp>
        <p:nvSpPr>
          <p:cNvPr id="2" name="">
            <a:extLst xmlns:a="http://schemas.openxmlformats.org/drawingml/2006/main">
              <a:ext uri="{FF2B5EF4-FFF2-40B4-BE49-F238E27FC236}">
                <a16:creationId xmlns:a16="http://schemas.microsoft.com/office/drawing/2014/main" id="{7F8A4A38-A66D-438F-A285-706B31E85F06}"/>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Revision Surgery</a:t>
            </a:r>
          </a:p>
        </p:txBody>
      </p:sp>
      <p:sp>
        <p:nvSpPr>
          <p:cNvPr id="3" name="">
            <a:extLst xmlns:a="http://schemas.openxmlformats.org/drawingml/2006/main">
              <a:ext uri="{FF2B5EF4-FFF2-40B4-BE49-F238E27FC236}">
                <a16:creationId xmlns:a16="http://schemas.microsoft.com/office/drawing/2014/main" id="{C29630FB-6746-4EE6-A392-31F1D2832346}"/>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E8BF48F-6D48-4377-B60C-69C975137443}"/>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FC73C6-3792-4FA0-8900-D35457C6281C}"/>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72BA43B7-87E9-4E07-9911-33427DD427C3}"/>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09</a:t>
            </a:r>
          </a:p>
        </p:txBody>
      </p:sp>
    </p:spTree>
    <p:extLst>
      <p:ext uri="{BB962C8B-B14F-4D97-AF65-F5344CB8AC3E}">
        <p14:creationId xmlns:p14="http://schemas.microsoft.com/office/powerpoint/2010/main" val="54231552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5FAA76-0F42-49D4-8EBC-42741517C759}"/>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CLINICAL CASES / CASE 5</a:t>
            </a:r>
          </a:p>
        </p:txBody>
      </p:sp>
      <p:sp>
        <p:nvSpPr>
          <p:cNvPr id="2" name="">
            <a:extLst xmlns:a="http://schemas.openxmlformats.org/drawingml/2006/main">
              <a:ext uri="{FF2B5EF4-FFF2-40B4-BE49-F238E27FC236}">
                <a16:creationId xmlns:a16="http://schemas.microsoft.com/office/drawing/2014/main" id="{87404876-D910-452A-9E9E-7FF58A962C18}"/>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Contour Step-off Correction</a:t>
            </a:r>
          </a:p>
        </p:txBody>
      </p:sp>
      <p:sp>
        <p:nvSpPr>
          <p:cNvPr id="3" name="">
            <a:extLst xmlns:a="http://schemas.openxmlformats.org/drawingml/2006/main">
              <a:ext uri="{FF2B5EF4-FFF2-40B4-BE49-F238E27FC236}">
                <a16:creationId xmlns:a16="http://schemas.microsoft.com/office/drawing/2014/main" id="{6D01EE4C-4CB4-4277-B37D-97B801B80D96}"/>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BCA1C07-9410-4344-95E3-92D6A6A8F5BD}"/>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6AC46C-7F38-4264-877F-0ED987440B3B}"/>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FE38069A-2B4F-44DC-ADC3-FE280B741246}"/>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10</a:t>
            </a:r>
          </a:p>
        </p:txBody>
      </p:sp>
    </p:spTree>
    <p:extLst>
      <p:ext uri="{BB962C8B-B14F-4D97-AF65-F5344CB8AC3E}">
        <p14:creationId xmlns:p14="http://schemas.microsoft.com/office/powerpoint/2010/main" val="127612863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641EB78-54AF-416A-A4B3-E04FF21F1502}"/>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COMPLICATIONS</a:t>
            </a:r>
          </a:p>
        </p:txBody>
      </p:sp>
      <p:sp>
        <p:nvSpPr>
          <p:cNvPr id="2" name="">
            <a:extLst xmlns:a="http://schemas.openxmlformats.org/drawingml/2006/main">
              <a:ext uri="{FF2B5EF4-FFF2-40B4-BE49-F238E27FC236}">
                <a16:creationId xmlns:a16="http://schemas.microsoft.com/office/drawing/2014/main" id="{E15F6225-9FD0-4FB0-96E6-5EA4079E1F98}"/>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Potential Complications</a:t>
            </a:r>
          </a:p>
        </p:txBody>
      </p:sp>
      <p:sp>
        <p:nvSpPr>
          <p:cNvPr id="3" name="">
            <a:extLst xmlns:a="http://schemas.openxmlformats.org/drawingml/2006/main">
              <a:ext uri="{FF2B5EF4-FFF2-40B4-BE49-F238E27FC236}">
                <a16:creationId xmlns:a16="http://schemas.microsoft.com/office/drawing/2014/main" id="{B4CFC121-9CB4-454F-BB99-8112ED7BF0E0}"/>
              </a:ext>
            </a:extLst>
          </p:cNvPr>
          <p:cNvSpPr>
            <a:spLocks xmlns:a="http://schemas.openxmlformats.org/drawingml/2006/main" noGrp="1"/>
          </p:cNvSpPr>
          <p:nvPr/>
        </p:nvSpPr>
        <p:spPr>
          <a:xfrm xmlns:a="http://schemas.openxmlformats.org/drawingml/2006/main">
            <a:off x="685800" y="230505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9F3AFB9-612A-46C9-B4D8-93351C06E5B8}"/>
              </a:ext>
            </a:extLst>
          </p:cNvPr>
          <p:cNvSpPr>
            <a:spLocks xmlns:a="http://schemas.openxmlformats.org/drawingml/2006/main" noGrp="1"/>
          </p:cNvSpPr>
          <p:nvPr/>
        </p:nvSpPr>
        <p:spPr>
          <a:xfrm xmlns:a="http://schemas.openxmlformats.org/drawingml/2006/main">
            <a:off x="685800" y="2524125"/>
            <a:ext cx="361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9B7744"/>
                </a:solidFill>
                <a:latin typeface="Pretendard"/>
                <a:ea typeface="Pretendard"/>
                <a:cs typeface="Pretendard"/>
              </a:defRPr>
            </a:defPPr>
          </a:lstStyle>
          <a:p xmlns:a="http://schemas.openxmlformats.org/drawingml/2006/main">
            <a:pPr>
              <a:defRPr sz="1125" b="0">
                <a:solidFill>
                  <a:srgbClr val="9B7744"/>
                </a:solidFill>
                <a:latin typeface="Pretendard"/>
                <a:ea typeface="Pretendard"/>
                <a:cs typeface="Pretendard"/>
              </a:defRPr>
            </a:pPr>
            <a:r>
              <a:rPr sz="1125" b="0">
                <a:solidFill>
                  <a:srgbClr val="9B7744"/>
                </a:solidFill>
                <a:latin typeface="Pretendard"/>
                <a:ea typeface="Pretendard"/>
                <a:cs typeface="Pretendard"/>
              </a:rPr>
              <a:t>01</a:t>
            </a:r>
          </a:p>
        </p:txBody>
      </p:sp>
      <p:sp>
        <p:nvSpPr>
          <p:cNvPr id="5" name="">
            <a:extLst xmlns:a="http://schemas.openxmlformats.org/drawingml/2006/main">
              <a:ext uri="{FF2B5EF4-FFF2-40B4-BE49-F238E27FC236}">
                <a16:creationId xmlns:a16="http://schemas.microsoft.com/office/drawing/2014/main" id="{59C5243D-8CF6-441E-8755-39D61524EA58}"/>
              </a:ext>
            </a:extLst>
          </p:cNvPr>
          <p:cNvSpPr>
            <a:spLocks xmlns:a="http://schemas.openxmlformats.org/drawingml/2006/main" noGrp="1"/>
          </p:cNvSpPr>
          <p:nvPr/>
        </p:nvSpPr>
        <p:spPr>
          <a:xfrm xmlns:a="http://schemas.openxmlformats.org/drawingml/2006/main">
            <a:off x="1181100" y="2495550"/>
            <a:ext cx="1032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B1D19"/>
                </a:solidFill>
                <a:latin typeface="Pretendard"/>
                <a:ea typeface="Pretendard"/>
                <a:cs typeface="Pretendard"/>
              </a:defRPr>
            </a:defPPr>
          </a:lstStyle>
          <a:p xmlns:a="http://schemas.openxmlformats.org/drawingml/2006/main">
            <a:pPr>
              <a:defRPr sz="2175" b="1">
                <a:solidFill>
                  <a:srgbClr val="1B1D19"/>
                </a:solidFill>
                <a:latin typeface="Pretendard"/>
                <a:ea typeface="Pretendard"/>
                <a:cs typeface="Pretendard"/>
              </a:defRPr>
            </a:pPr>
            <a:r>
              <a:rPr sz="2175" b="1">
                <a:solidFill>
                  <a:srgbClr val="1B1D19"/>
                </a:solidFill>
                <a:latin typeface="Pretendard"/>
                <a:ea typeface="Pretendard"/>
                <a:cs typeface="Pretendard"/>
              </a:rPr>
              <a:t>Bleeding and swelling</a:t>
            </a:r>
          </a:p>
        </p:txBody>
      </p:sp>
      <p:sp>
        <p:nvSpPr>
          <p:cNvPr id="6" name="">
            <a:extLst xmlns:a="http://schemas.openxmlformats.org/drawingml/2006/main">
              <a:ext uri="{FF2B5EF4-FFF2-40B4-BE49-F238E27FC236}">
                <a16:creationId xmlns:a16="http://schemas.microsoft.com/office/drawing/2014/main" id="{96C0E520-300B-4FDA-8A1E-8C5E3562A073}"/>
              </a:ext>
            </a:extLst>
          </p:cNvPr>
          <p:cNvSpPr>
            <a:spLocks xmlns:a="http://schemas.openxmlformats.org/drawingml/2006/main" noGrp="1"/>
          </p:cNvSpPr>
          <p:nvPr/>
        </p:nvSpPr>
        <p:spPr>
          <a:xfrm xmlns:a="http://schemas.openxmlformats.org/drawingml/2006/main">
            <a:off x="1181100" y="2933700"/>
            <a:ext cx="10058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B7265"/>
                </a:solidFill>
                <a:latin typeface="Pretendard"/>
                <a:ea typeface="Pretendard"/>
                <a:cs typeface="Pretendard"/>
              </a:defRPr>
            </a:defPPr>
          </a:lstStyle>
          <a:p xmlns:a="http://schemas.openxmlformats.org/drawingml/2006/main">
            <a:pPr>
              <a:defRPr sz="1725" b="0">
                <a:solidFill>
                  <a:srgbClr val="6B7265"/>
                </a:solidFill>
                <a:latin typeface="Pretendard"/>
                <a:ea typeface="Pretendard"/>
                <a:cs typeface="Pretendard"/>
              </a:defRPr>
            </a:pPr>
            <a:r>
              <a:rPr sz="1725" b="0">
                <a:solidFill>
                  <a:srgbClr val="6B7265"/>
                </a:solidFill>
                <a:latin typeface="Pretendard"/>
                <a:ea typeface="Pretendard"/>
                <a:cs typeface="Pretendard"/>
              </a:rPr>
              <a:t>Hematoma, foreskin edema</a:t>
            </a:r>
          </a:p>
        </p:txBody>
      </p:sp>
      <p:sp>
        <p:nvSpPr>
          <p:cNvPr id="7" name="">
            <a:extLst xmlns:a="http://schemas.openxmlformats.org/drawingml/2006/main">
              <a:ext uri="{FF2B5EF4-FFF2-40B4-BE49-F238E27FC236}">
                <a16:creationId xmlns:a16="http://schemas.microsoft.com/office/drawing/2014/main" id="{958D912B-F18C-4EBB-82D4-4F60A03951AE}"/>
              </a:ext>
            </a:extLst>
          </p:cNvPr>
          <p:cNvSpPr>
            <a:spLocks xmlns:a="http://schemas.openxmlformats.org/drawingml/2006/main" noGrp="1"/>
          </p:cNvSpPr>
          <p:nvPr/>
        </p:nvSpPr>
        <p:spPr>
          <a:xfrm xmlns:a="http://schemas.openxmlformats.org/drawingml/2006/main">
            <a:off x="685800" y="344805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214B36-D551-4F2C-97A2-5F930FC97448}"/>
              </a:ext>
            </a:extLst>
          </p:cNvPr>
          <p:cNvSpPr>
            <a:spLocks xmlns:a="http://schemas.openxmlformats.org/drawingml/2006/main" noGrp="1"/>
          </p:cNvSpPr>
          <p:nvPr/>
        </p:nvSpPr>
        <p:spPr>
          <a:xfrm xmlns:a="http://schemas.openxmlformats.org/drawingml/2006/main">
            <a:off x="685800" y="3667125"/>
            <a:ext cx="361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9B7744"/>
                </a:solidFill>
                <a:latin typeface="Pretendard"/>
                <a:ea typeface="Pretendard"/>
                <a:cs typeface="Pretendard"/>
              </a:defRPr>
            </a:defPPr>
          </a:lstStyle>
          <a:p xmlns:a="http://schemas.openxmlformats.org/drawingml/2006/main">
            <a:pPr>
              <a:defRPr sz="1125" b="0">
                <a:solidFill>
                  <a:srgbClr val="9B7744"/>
                </a:solidFill>
                <a:latin typeface="Pretendard"/>
                <a:ea typeface="Pretendard"/>
                <a:cs typeface="Pretendard"/>
              </a:defRPr>
            </a:pPr>
            <a:r>
              <a:rPr sz="1125" b="0">
                <a:solidFill>
                  <a:srgbClr val="9B7744"/>
                </a:solidFill>
                <a:latin typeface="Pretendard"/>
                <a:ea typeface="Pretendard"/>
                <a:cs typeface="Pretendard"/>
              </a:rPr>
              <a:t>02</a:t>
            </a:r>
          </a:p>
        </p:txBody>
      </p:sp>
      <p:sp>
        <p:nvSpPr>
          <p:cNvPr id="9" name="">
            <a:extLst xmlns:a="http://schemas.openxmlformats.org/drawingml/2006/main">
              <a:ext uri="{FF2B5EF4-FFF2-40B4-BE49-F238E27FC236}">
                <a16:creationId xmlns:a16="http://schemas.microsoft.com/office/drawing/2014/main" id="{09FD8EF6-1E58-41C3-8BC2-A05569FA4528}"/>
              </a:ext>
            </a:extLst>
          </p:cNvPr>
          <p:cNvSpPr>
            <a:spLocks xmlns:a="http://schemas.openxmlformats.org/drawingml/2006/main" noGrp="1"/>
          </p:cNvSpPr>
          <p:nvPr/>
        </p:nvSpPr>
        <p:spPr>
          <a:xfrm xmlns:a="http://schemas.openxmlformats.org/drawingml/2006/main">
            <a:off x="1181100" y="3638550"/>
            <a:ext cx="1032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B1D19"/>
                </a:solidFill>
                <a:latin typeface="Pretendard"/>
                <a:ea typeface="Pretendard"/>
                <a:cs typeface="Pretendard"/>
              </a:defRPr>
            </a:defPPr>
          </a:lstStyle>
          <a:p xmlns:a="http://schemas.openxmlformats.org/drawingml/2006/main">
            <a:pPr>
              <a:defRPr sz="2175" b="1">
                <a:solidFill>
                  <a:srgbClr val="1B1D19"/>
                </a:solidFill>
                <a:latin typeface="Pretendard"/>
                <a:ea typeface="Pretendard"/>
                <a:cs typeface="Pretendard"/>
              </a:defRPr>
            </a:pPr>
            <a:r>
              <a:rPr sz="2175" b="1">
                <a:solidFill>
                  <a:srgbClr val="1B1D19"/>
                </a:solidFill>
                <a:latin typeface="Pretendard"/>
                <a:ea typeface="Pretendard"/>
                <a:cs typeface="Pretendard"/>
              </a:rPr>
              <a:t>Wound complications</a:t>
            </a:r>
          </a:p>
        </p:txBody>
      </p:sp>
      <p:sp>
        <p:nvSpPr>
          <p:cNvPr id="10" name="">
            <a:extLst xmlns:a="http://schemas.openxmlformats.org/drawingml/2006/main">
              <a:ext uri="{FF2B5EF4-FFF2-40B4-BE49-F238E27FC236}">
                <a16:creationId xmlns:a16="http://schemas.microsoft.com/office/drawing/2014/main" id="{FE70D58C-9B01-49D3-9461-ED10C842A8B4}"/>
              </a:ext>
            </a:extLst>
          </p:cNvPr>
          <p:cNvSpPr>
            <a:spLocks xmlns:a="http://schemas.openxmlformats.org/drawingml/2006/main" noGrp="1"/>
          </p:cNvSpPr>
          <p:nvPr/>
        </p:nvSpPr>
        <p:spPr>
          <a:xfrm xmlns:a="http://schemas.openxmlformats.org/drawingml/2006/main">
            <a:off x="1181100" y="4076700"/>
            <a:ext cx="10058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B7265"/>
                </a:solidFill>
                <a:latin typeface="Pretendard"/>
                <a:ea typeface="Pretendard"/>
                <a:cs typeface="Pretendard"/>
              </a:defRPr>
            </a:defPPr>
          </a:lstStyle>
          <a:p xmlns:a="http://schemas.openxmlformats.org/drawingml/2006/main">
            <a:pPr>
              <a:defRPr sz="1725" b="0">
                <a:solidFill>
                  <a:srgbClr val="6B7265"/>
                </a:solidFill>
                <a:latin typeface="Pretendard"/>
                <a:ea typeface="Pretendard"/>
                <a:cs typeface="Pretendard"/>
              </a:defRPr>
            </a:pPr>
            <a:r>
              <a:rPr sz="1725" b="0">
                <a:solidFill>
                  <a:srgbClr val="6B7265"/>
                </a:solidFill>
                <a:latin typeface="Pretendard"/>
                <a:ea typeface="Pretendard"/>
                <a:cs typeface="Pretendard"/>
              </a:rPr>
              <a:t>Delayed healing, infection, skin necrosis</a:t>
            </a:r>
          </a:p>
        </p:txBody>
      </p:sp>
      <p:sp>
        <p:nvSpPr>
          <p:cNvPr id="11" name="">
            <a:extLst xmlns:a="http://schemas.openxmlformats.org/drawingml/2006/main">
              <a:ext uri="{FF2B5EF4-FFF2-40B4-BE49-F238E27FC236}">
                <a16:creationId xmlns:a16="http://schemas.microsoft.com/office/drawing/2014/main" id="{C8BFFAD2-A761-4C95-BFC1-15CDB9FDDCAB}"/>
              </a:ext>
            </a:extLst>
          </p:cNvPr>
          <p:cNvSpPr>
            <a:spLocks xmlns:a="http://schemas.openxmlformats.org/drawingml/2006/main" noGrp="1"/>
          </p:cNvSpPr>
          <p:nvPr/>
        </p:nvSpPr>
        <p:spPr>
          <a:xfrm xmlns:a="http://schemas.openxmlformats.org/drawingml/2006/main">
            <a:off x="685800" y="459105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EF4BCE0-F5F4-4971-AA29-7FC1B0032F08}"/>
              </a:ext>
            </a:extLst>
          </p:cNvPr>
          <p:cNvSpPr>
            <a:spLocks xmlns:a="http://schemas.openxmlformats.org/drawingml/2006/main" noGrp="1"/>
          </p:cNvSpPr>
          <p:nvPr/>
        </p:nvSpPr>
        <p:spPr>
          <a:xfrm xmlns:a="http://schemas.openxmlformats.org/drawingml/2006/main">
            <a:off x="685800" y="4810125"/>
            <a:ext cx="361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9B7744"/>
                </a:solidFill>
                <a:latin typeface="Pretendard"/>
                <a:ea typeface="Pretendard"/>
                <a:cs typeface="Pretendard"/>
              </a:defRPr>
            </a:defPPr>
          </a:lstStyle>
          <a:p xmlns:a="http://schemas.openxmlformats.org/drawingml/2006/main">
            <a:pPr>
              <a:defRPr sz="1125" b="0">
                <a:solidFill>
                  <a:srgbClr val="9B7744"/>
                </a:solidFill>
                <a:latin typeface="Pretendard"/>
                <a:ea typeface="Pretendard"/>
                <a:cs typeface="Pretendard"/>
              </a:defRPr>
            </a:pPr>
            <a:r>
              <a:rPr sz="1125" b="0">
                <a:solidFill>
                  <a:srgbClr val="9B7744"/>
                </a:solidFill>
                <a:latin typeface="Pretendard"/>
                <a:ea typeface="Pretendard"/>
                <a:cs typeface="Pretendard"/>
              </a:rPr>
              <a:t>03</a:t>
            </a:r>
          </a:p>
        </p:txBody>
      </p:sp>
      <p:sp>
        <p:nvSpPr>
          <p:cNvPr id="13" name="">
            <a:extLst xmlns:a="http://schemas.openxmlformats.org/drawingml/2006/main">
              <a:ext uri="{FF2B5EF4-FFF2-40B4-BE49-F238E27FC236}">
                <a16:creationId xmlns:a16="http://schemas.microsoft.com/office/drawing/2014/main" id="{ECEBEFDD-6A48-46ED-BB77-5F57811725A3}"/>
              </a:ext>
            </a:extLst>
          </p:cNvPr>
          <p:cNvSpPr>
            <a:spLocks xmlns:a="http://schemas.openxmlformats.org/drawingml/2006/main" noGrp="1"/>
          </p:cNvSpPr>
          <p:nvPr/>
        </p:nvSpPr>
        <p:spPr>
          <a:xfrm xmlns:a="http://schemas.openxmlformats.org/drawingml/2006/main">
            <a:off x="1181100" y="4781550"/>
            <a:ext cx="1032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B1D19"/>
                </a:solidFill>
                <a:latin typeface="Pretendard"/>
                <a:ea typeface="Pretendard"/>
                <a:cs typeface="Pretendard"/>
              </a:defRPr>
            </a:defPPr>
          </a:lstStyle>
          <a:p xmlns:a="http://schemas.openxmlformats.org/drawingml/2006/main">
            <a:pPr>
              <a:defRPr sz="2175" b="1">
                <a:solidFill>
                  <a:srgbClr val="1B1D19"/>
                </a:solidFill>
                <a:latin typeface="Pretendard"/>
                <a:ea typeface="Pretendard"/>
                <a:cs typeface="Pretendard"/>
              </a:defRPr>
            </a:pPr>
            <a:r>
              <a:rPr sz="2175" b="1">
                <a:solidFill>
                  <a:srgbClr val="1B1D19"/>
                </a:solidFill>
                <a:latin typeface="Pretendard"/>
                <a:ea typeface="Pretendard"/>
                <a:cs typeface="Pretendard"/>
              </a:rPr>
              <a:t>Contour and discomfort</a:t>
            </a:r>
          </a:p>
        </p:txBody>
      </p:sp>
      <p:sp>
        <p:nvSpPr>
          <p:cNvPr id="14" name="">
            <a:extLst xmlns:a="http://schemas.openxmlformats.org/drawingml/2006/main">
              <a:ext uri="{FF2B5EF4-FFF2-40B4-BE49-F238E27FC236}">
                <a16:creationId xmlns:a16="http://schemas.microsoft.com/office/drawing/2014/main" id="{735B6ACA-A0CC-4AAE-B58E-EBFA839E6D3A}"/>
              </a:ext>
            </a:extLst>
          </p:cNvPr>
          <p:cNvSpPr>
            <a:spLocks xmlns:a="http://schemas.openxmlformats.org/drawingml/2006/main" noGrp="1"/>
          </p:cNvSpPr>
          <p:nvPr/>
        </p:nvSpPr>
        <p:spPr>
          <a:xfrm xmlns:a="http://schemas.openxmlformats.org/drawingml/2006/main">
            <a:off x="1181100" y="5219700"/>
            <a:ext cx="10058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B7265"/>
                </a:solidFill>
                <a:latin typeface="Pretendard"/>
                <a:ea typeface="Pretendard"/>
                <a:cs typeface="Pretendard"/>
              </a:defRPr>
            </a:defPPr>
          </a:lstStyle>
          <a:p xmlns:a="http://schemas.openxmlformats.org/drawingml/2006/main">
            <a:pPr>
              <a:defRPr sz="1725" b="0">
                <a:solidFill>
                  <a:srgbClr val="6B7265"/>
                </a:solidFill>
                <a:latin typeface="Pretendard"/>
                <a:ea typeface="Pretendard"/>
                <a:cs typeface="Pretendard"/>
              </a:defRPr>
            </a:pPr>
            <a:r>
              <a:rPr sz="1725" b="0">
                <a:solidFill>
                  <a:srgbClr val="6B7265"/>
                </a:solidFill>
                <a:latin typeface="Pretendard"/>
                <a:ea typeface="Pretendard"/>
                <a:cs typeface="Pretendard"/>
              </a:rPr>
              <a:t>Graft contour irregularity, discomfort during erection</a:t>
            </a:r>
          </a:p>
        </p:txBody>
      </p:sp>
      <p:sp>
        <p:nvSpPr>
          <p:cNvPr id="15" name="">
            <a:extLst xmlns:a="http://schemas.openxmlformats.org/drawingml/2006/main">
              <a:ext uri="{FF2B5EF4-FFF2-40B4-BE49-F238E27FC236}">
                <a16:creationId xmlns:a16="http://schemas.microsoft.com/office/drawing/2014/main" id="{38D60911-B5A3-4B0F-A7B3-E8442C8BB1E9}"/>
              </a:ext>
            </a:extLst>
          </p:cNvPr>
          <p:cNvSpPr>
            <a:spLocks xmlns:a="http://schemas.openxmlformats.org/drawingml/2006/main" noGrp="1"/>
          </p:cNvSpPr>
          <p:nvPr/>
        </p:nvSpPr>
        <p:spPr>
          <a:xfrm xmlns:a="http://schemas.openxmlformats.org/drawingml/2006/main">
            <a:off x="685800" y="601980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B7265"/>
                </a:solidFill>
                <a:latin typeface="Pretendard"/>
                <a:ea typeface="Pretendard"/>
                <a:cs typeface="Pretendard"/>
              </a:defRPr>
            </a:defPPr>
          </a:lstStyle>
          <a:p xmlns:a="http://schemas.openxmlformats.org/drawingml/2006/main">
            <a:pPr>
              <a:defRPr sz="1050" b="0">
                <a:solidFill>
                  <a:srgbClr val="6B7265"/>
                </a:solidFill>
                <a:latin typeface="Pretendard"/>
                <a:ea typeface="Pretendard"/>
                <a:cs typeface="Pretendard"/>
              </a:defRPr>
            </a:pPr>
            <a:r>
              <a:rPr sz="1050" b="0">
                <a:solidFill>
                  <a:srgbClr val="6B7265"/>
                </a:solidFill>
                <a:latin typeface="Pretendard"/>
                <a:ea typeface="Pretendard"/>
                <a:cs typeface="Pretendard"/>
              </a:rPr>
              <a:t>Reported in ADM augmentation literature</a:t>
            </a:r>
          </a:p>
        </p:txBody>
      </p:sp>
      <p:sp>
        <p:nvSpPr>
          <p:cNvPr id="16" name="">
            <a:extLst xmlns:a="http://schemas.openxmlformats.org/drawingml/2006/main">
              <a:ext uri="{FF2B5EF4-FFF2-40B4-BE49-F238E27FC236}">
                <a16:creationId xmlns:a16="http://schemas.microsoft.com/office/drawing/2014/main" id="{327F96A0-F3FA-450E-90FC-FED9CB7F9F2B}"/>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7" name="">
            <a:extLst xmlns:a="http://schemas.openxmlformats.org/drawingml/2006/main">
              <a:ext uri="{FF2B5EF4-FFF2-40B4-BE49-F238E27FC236}">
                <a16:creationId xmlns:a16="http://schemas.microsoft.com/office/drawing/2014/main" id="{87D73E79-B6C6-4E17-985B-CEF9C59FF17E}"/>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11</a:t>
            </a:r>
          </a:p>
        </p:txBody>
      </p:sp>
    </p:spTree>
    <p:extLst>
      <p:ext uri="{BB962C8B-B14F-4D97-AF65-F5344CB8AC3E}">
        <p14:creationId xmlns:p14="http://schemas.microsoft.com/office/powerpoint/2010/main" val="88440132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BB1151-99E3-4577-A6A7-70D308B4322C}"/>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AFTERCARE</a:t>
            </a:r>
          </a:p>
        </p:txBody>
      </p:sp>
      <p:sp>
        <p:nvSpPr>
          <p:cNvPr id="2" name="">
            <a:extLst xmlns:a="http://schemas.openxmlformats.org/drawingml/2006/main">
              <a:ext uri="{FF2B5EF4-FFF2-40B4-BE49-F238E27FC236}">
                <a16:creationId xmlns:a16="http://schemas.microsoft.com/office/drawing/2014/main" id="{C4E4469A-998C-4139-A4EC-AA09CB3C0DD6}"/>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Postoperative Care &amp; Dressing</a:t>
            </a:r>
          </a:p>
        </p:txBody>
      </p:sp>
      <p:sp>
        <p:nvSpPr>
          <p:cNvPr id="3" name="">
            <a:extLst xmlns:a="http://schemas.openxmlformats.org/drawingml/2006/main">
              <a:ext uri="{FF2B5EF4-FFF2-40B4-BE49-F238E27FC236}">
                <a16:creationId xmlns:a16="http://schemas.microsoft.com/office/drawing/2014/main" id="{DDA2F534-5913-4470-BAE8-0C1193A1133B}"/>
              </a:ext>
            </a:extLst>
          </p:cNvPr>
          <p:cNvSpPr>
            <a:spLocks xmlns:a="http://schemas.openxmlformats.org/drawingml/2006/main" noGrp="1"/>
          </p:cNvSpPr>
          <p:nvPr/>
        </p:nvSpPr>
        <p:spPr>
          <a:xfrm xmlns:a="http://schemas.openxmlformats.org/drawingml/2006/main">
            <a:off x="685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5C183D9-AD2F-4F8F-90D4-D9C8D8CB32DD}"/>
              </a:ext>
            </a:extLst>
          </p:cNvPr>
          <p:cNvSpPr>
            <a:spLocks xmlns:a="http://schemas.openxmlformats.org/drawingml/2006/main" noGrp="1"/>
          </p:cNvSpPr>
          <p:nvPr/>
        </p:nvSpPr>
        <p:spPr>
          <a:xfrm xmlns:a="http://schemas.openxmlformats.org/drawingml/2006/main">
            <a:off x="685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Postoperative care</a:t>
            </a:r>
          </a:p>
        </p:txBody>
      </p:sp>
      <p:sp>
        <p:nvSpPr>
          <p:cNvPr id="5" name="">
            <a:extLst xmlns:a="http://schemas.openxmlformats.org/drawingml/2006/main">
              <a:ext uri="{FF2B5EF4-FFF2-40B4-BE49-F238E27FC236}">
                <a16:creationId xmlns:a16="http://schemas.microsoft.com/office/drawing/2014/main" id="{466DB7A4-9AF0-427B-A298-25F8EB89AAE7}"/>
              </a:ext>
            </a:extLst>
          </p:cNvPr>
          <p:cNvSpPr>
            <a:spLocks xmlns:a="http://schemas.openxmlformats.org/drawingml/2006/main" noGrp="1"/>
          </p:cNvSpPr>
          <p:nvPr/>
        </p:nvSpPr>
        <p:spPr>
          <a:xfrm xmlns:a="http://schemas.openxmlformats.org/drawingml/2006/main">
            <a:off x="685800" y="3581400"/>
            <a:ext cx="5105400" cy="21907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6075F67-3FC5-4C35-A19F-4F50AAFC5A45}"/>
              </a:ext>
            </a:extLst>
          </p:cNvPr>
          <p:cNvSpPr>
            <a:spLocks xmlns:a="http://schemas.openxmlformats.org/drawingml/2006/main" noGrp="1"/>
          </p:cNvSpPr>
          <p:nvPr/>
        </p:nvSpPr>
        <p:spPr>
          <a:xfrm xmlns:a="http://schemas.openxmlformats.org/drawingml/2006/main">
            <a:off x="6400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C7AEE1E-63B4-4705-BC11-C9AC2468B77F}"/>
              </a:ext>
            </a:extLst>
          </p:cNvPr>
          <p:cNvSpPr>
            <a:spLocks xmlns:a="http://schemas.openxmlformats.org/drawingml/2006/main" noGrp="1"/>
          </p:cNvSpPr>
          <p:nvPr/>
        </p:nvSpPr>
        <p:spPr>
          <a:xfrm xmlns:a="http://schemas.openxmlformats.org/drawingml/2006/main">
            <a:off x="6400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Dressing technique</a:t>
            </a:r>
          </a:p>
        </p:txBody>
      </p:sp>
      <p:sp>
        <p:nvSpPr>
          <p:cNvPr id="8" name="">
            <a:extLst xmlns:a="http://schemas.openxmlformats.org/drawingml/2006/main">
              <a:ext uri="{FF2B5EF4-FFF2-40B4-BE49-F238E27FC236}">
                <a16:creationId xmlns:a16="http://schemas.microsoft.com/office/drawing/2014/main" id="{C8939E1E-1C06-41FA-9252-51B9498D950C}"/>
              </a:ext>
            </a:extLst>
          </p:cNvPr>
          <p:cNvSpPr>
            <a:spLocks xmlns:a="http://schemas.openxmlformats.org/drawingml/2006/main" noGrp="1"/>
          </p:cNvSpPr>
          <p:nvPr/>
        </p:nvSpPr>
        <p:spPr>
          <a:xfrm xmlns:a="http://schemas.openxmlformats.org/drawingml/2006/main">
            <a:off x="6400800" y="3581400"/>
            <a:ext cx="5105400" cy="21907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4144403-600B-40D5-8CD8-EAE1C84EF8DA}"/>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0" name="">
            <a:extLst xmlns:a="http://schemas.openxmlformats.org/drawingml/2006/main">
              <a:ext uri="{FF2B5EF4-FFF2-40B4-BE49-F238E27FC236}">
                <a16:creationId xmlns:a16="http://schemas.microsoft.com/office/drawing/2014/main" id="{5B507C1A-6DDB-40B9-89A3-F7E6510D0639}"/>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12</a:t>
            </a:r>
          </a:p>
        </p:txBody>
      </p:sp>
    </p:spTree>
    <p:extLst>
      <p:ext uri="{BB962C8B-B14F-4D97-AF65-F5344CB8AC3E}">
        <p14:creationId xmlns:p14="http://schemas.microsoft.com/office/powerpoint/2010/main" val="56245035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26FBA1D-E772-4ADE-88D7-888D23E48184}"/>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DISCUSSION</a:t>
            </a:r>
          </a:p>
        </p:txBody>
      </p:sp>
      <p:sp>
        <p:nvSpPr>
          <p:cNvPr id="2" name="">
            <a:extLst xmlns:a="http://schemas.openxmlformats.org/drawingml/2006/main">
              <a:ext uri="{FF2B5EF4-FFF2-40B4-BE49-F238E27FC236}">
                <a16:creationId xmlns:a16="http://schemas.microsoft.com/office/drawing/2014/main" id="{ABFA644C-4B5B-4AA9-BED6-643FA07DBC6F}"/>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Questions &amp; Answers</a:t>
            </a:r>
          </a:p>
        </p:txBody>
      </p:sp>
      <p:sp>
        <p:nvSpPr>
          <p:cNvPr id="3" name="">
            <a:extLst xmlns:a="http://schemas.openxmlformats.org/drawingml/2006/main">
              <a:ext uri="{FF2B5EF4-FFF2-40B4-BE49-F238E27FC236}">
                <a16:creationId xmlns:a16="http://schemas.microsoft.com/office/drawing/2014/main" id="{ED143D55-2943-421C-AC90-01C07B258874}"/>
              </a:ext>
            </a:extLst>
          </p:cNvPr>
          <p:cNvSpPr>
            <a:spLocks xmlns:a="http://schemas.openxmlformats.org/drawingml/2006/main" noGrp="1"/>
          </p:cNvSpPr>
          <p:nvPr/>
        </p:nvSpPr>
        <p:spPr>
          <a:xfrm xmlns:a="http://schemas.openxmlformats.org/drawingml/2006/main">
            <a:off x="685800" y="31432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0">
                <a:solidFill>
                  <a:srgbClr val="6B7265"/>
                </a:solidFill>
                <a:latin typeface="Pretendard"/>
                <a:ea typeface="Pretendard"/>
                <a:cs typeface="Pretendard"/>
              </a:defRPr>
            </a:defPPr>
          </a:lstStyle>
          <a:p xmlns:a="http://schemas.openxmlformats.org/drawingml/2006/main">
            <a:pPr>
              <a:defRPr sz="3225" b="0">
                <a:solidFill>
                  <a:srgbClr val="6B7265"/>
                </a:solidFill>
                <a:latin typeface="Pretendard"/>
                <a:ea typeface="Pretendard"/>
                <a:cs typeface="Pretendard"/>
              </a:defRPr>
            </a:pPr>
            <a:r>
              <a:rPr sz="3225" b="0">
                <a:solidFill>
                  <a:srgbClr val="6B7265"/>
                </a:solidFill>
                <a:latin typeface="Pretendard"/>
                <a:ea typeface="Pretendard"/>
                <a:cs typeface="Pretendard"/>
              </a:rPr>
              <a:t>Thank you</a:t>
            </a:r>
          </a:p>
        </p:txBody>
      </p:sp>
      <p:sp>
        <p:nvSpPr>
          <p:cNvPr id="4" name="">
            <a:extLst xmlns:a="http://schemas.openxmlformats.org/drawingml/2006/main">
              <a:ext uri="{FF2B5EF4-FFF2-40B4-BE49-F238E27FC236}">
                <a16:creationId xmlns:a16="http://schemas.microsoft.com/office/drawing/2014/main" id="{D117886A-E861-4523-897C-B5F2AC9087EB}"/>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5" name="">
            <a:extLst xmlns:a="http://schemas.openxmlformats.org/drawingml/2006/main">
              <a:ext uri="{FF2B5EF4-FFF2-40B4-BE49-F238E27FC236}">
                <a16:creationId xmlns:a16="http://schemas.microsoft.com/office/drawing/2014/main" id="{13037A85-78B9-487E-9BE6-7BC2BD631F35}"/>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13</a:t>
            </a:r>
          </a:p>
        </p:txBody>
      </p:sp>
    </p:spTree>
    <p:extLst>
      <p:ext uri="{BB962C8B-B14F-4D97-AF65-F5344CB8AC3E}">
        <p14:creationId xmlns:p14="http://schemas.microsoft.com/office/powerpoint/2010/main" val="9547441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2026-10-10T05:32:52.3040000Z</dcterms:created>
  <dcterms:modified xsi:type="dcterms:W3CDTF">2026-10-10T05:32:52.3040000Z</dcterms:modified>
</coreProperties>
</file>