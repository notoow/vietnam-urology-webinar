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c40f0d2e514775" /><Relationship Type="http://schemas.openxmlformats.org/officeDocument/2006/relationships/extended-properties" Target="/docProps/app.xml" Id="R37b4f7f0c4b8404e" /><Relationship Type="http://schemas.openxmlformats.org/officeDocument/2006/relationships/officeDocument" Target="/ppt/presentation.xml" Id="R040f3c44633c4b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b1f8a2115b48ce"/>
  </p:sldMasterIdLst>
  <p:notesMasterIdLst>
    <p:notesMasterId xmlns:r="http://schemas.openxmlformats.org/officeDocument/2006/relationships" r:id="R27d6d78da73e4805"/>
  </p:notesMasterIdLst>
  <p:sldIdLst>
    <p:sldId xmlns:r="http://schemas.openxmlformats.org/officeDocument/2006/relationships" id="256" r:id="R5930978ac7ca44d4"/>
    <p:sldId xmlns:r="http://schemas.openxmlformats.org/officeDocument/2006/relationships" id="257" r:id="R101c94d730a54f39"/>
    <p:sldId xmlns:r="http://schemas.openxmlformats.org/officeDocument/2006/relationships" id="258" r:id="Rcd8489d5d5a84c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424f1da2174759" /><Relationship Type="http://schemas.openxmlformats.org/officeDocument/2006/relationships/slideMaster" Target="/ppt/slideMasters/slideMaster1.xml" Id="Rdab1f8a2115b48ce" /><Relationship Type="http://schemas.openxmlformats.org/officeDocument/2006/relationships/notesMaster" Target="/ppt/notesMasters/notesMaster1.xml" Id="R27d6d78da73e4805" /><Relationship Type="http://schemas.openxmlformats.org/officeDocument/2006/relationships/presProps" Target="/ppt/presProps.xml" Id="Rab6641b4bc98403d" /><Relationship Type="http://schemas.openxmlformats.org/officeDocument/2006/relationships/tableStyles" Target="/ppt/tableStyles.xml" Id="R7a9524c747084f65" /><Relationship Type="http://schemas.openxmlformats.org/officeDocument/2006/relationships/slide" Target="/ppt/slides/slide1.xml" Id="R5930978ac7ca44d4" /><Relationship Type="http://schemas.openxmlformats.org/officeDocument/2006/relationships/slide" Target="/ppt/slides/slide2.xml" Id="R101c94d730a54f39" /><Relationship Type="http://schemas.openxmlformats.org/officeDocument/2006/relationships/slide" Target="/ppt/slides/slide3.xml" Id="Rcd8489d5d5a84c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0b1ce90c3f49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1b2bbbbf6e4abc" /><Relationship Type="http://schemas.openxmlformats.org/officeDocument/2006/relationships/notesMaster" Target="/ppt/notesMasters/notesMaster1.xml" Id="Rd08eb5ff6d8a40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aa853f93484926" /><Relationship Type="http://schemas.openxmlformats.org/officeDocument/2006/relationships/notesMaster" Target="/ppt/notesMasters/notesMaster1.xml" Id="R3a191a3383384d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2b03366b26469b" /><Relationship Type="http://schemas.openxmlformats.org/officeDocument/2006/relationships/notesMaster" Target="/ppt/notesMasters/notesMaster1.xml" Id="R2644521025bd4f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Jinmo Koo, HIGHST Urology. Vietnam MegaDerm Webinar, 21 October 2026. Portrait supplied by HIGHST. Brand reference: https://www.highsturology.co.kr/v2/proud/doctor.php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Preoperative assessment at HIGHST includes IIEF and PEDT questionnaires, the listed laboratory and infection tests, flaccid and stretched penile length measurement, and penile biothesiometry. HbA1c denotes glycated hemoglobin. Sources: https://pubmed.ncbi.nlm.nih.gov/9187685/ ; https://pubmed.ncbi.nlm.nih.gov/17568761/ ; https://www.niddk.nih.gov/health-information/diagnostic-tests/a1c-test/ ; https://pubmed.ncbi.nlm.nih.gov/28874780/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1: Pubic Incision.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96a8b791749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c57591d9449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7de9dd22148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1b714a27c4d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3e60d35694a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705f8d55f49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02CB73-91A3-4490-A100-5A1CD024A7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87A47C-2313-4337-874B-11A27470FE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2A2972-5239-4630-AD03-631CE536AB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76A8C3-E898-4A92-B7A4-E6CD5506EC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5D7755-17AB-4FB4-A4EC-0DB99C594B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5C54AC-8A9A-482F-BC9D-8A8851EE4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4C3F82-469A-4CE5-9468-8E45C9E010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DC925E-5DBF-415E-9490-1CD2D98443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452B8D-E7AC-45B6-A200-7078E90CE7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81643A-7FB5-497F-B97E-90D0256B6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7efd94dea24f2f" /><Relationship Type="http://schemas.openxmlformats.org/officeDocument/2006/relationships/slideLayout" Target="/ppt/slideLayouts/slideLayout1.xml" Id="Rf18bc664a86d4853" /><Relationship Type="http://schemas.openxmlformats.org/officeDocument/2006/relationships/slideLayout" Target="/ppt/slideLayouts/slideLayout2.xml" Id="Rbeb32cf3d8324f79" /><Relationship Type="http://schemas.openxmlformats.org/officeDocument/2006/relationships/slideLayout" Target="/ppt/slideLayouts/slideLayout3.xml" Id="Rd73a7155426642b9" /><Relationship Type="http://schemas.openxmlformats.org/officeDocument/2006/relationships/slideLayout" Target="/ppt/slideLayouts/slideLayout4.xml" Id="Rbe3c97908f344c50" /><Relationship Type="http://schemas.openxmlformats.org/officeDocument/2006/relationships/slideLayout" Target="/ppt/slideLayouts/slideLayout5.xml" Id="R6b242243ee024a06" /><Relationship Type="http://schemas.openxmlformats.org/officeDocument/2006/relationships/slideLayout" Target="/ppt/slideLayouts/slideLayout6.xml" Id="Ra58a5bda7acf40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8bc664a86d4853"/>
    <p:sldLayoutId xmlns:r="http://schemas.openxmlformats.org/officeDocument/2006/relationships" id="2147483650" r:id="Rbeb32cf3d8324f79"/>
    <p:sldLayoutId xmlns:r="http://schemas.openxmlformats.org/officeDocument/2006/relationships" id="2147483651" r:id="Rd73a7155426642b9"/>
    <p:sldLayoutId xmlns:r="http://schemas.openxmlformats.org/officeDocument/2006/relationships" id="2147483652" r:id="Rbe3c97908f344c50"/>
    <p:sldLayoutId xmlns:r="http://schemas.openxmlformats.org/officeDocument/2006/relationships" id="2147483653" r:id="R6b242243ee024a06"/>
    <p:sldLayoutId xmlns:r="http://schemas.openxmlformats.org/officeDocument/2006/relationships" id="2147483654" r:id="Ra58a5bda7acf40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6d747db2ed4eb0" /><Relationship Type="http://schemas.openxmlformats.org/officeDocument/2006/relationships/image" Target="/ppt/media/image.png" Id="R99d63cb43ff2486d" /><Relationship Type="http://schemas.openxmlformats.org/officeDocument/2006/relationships/image" Target="/ppt/media/image2.png" Id="Ra88d855a852549ae" /><Relationship Type="http://schemas.openxmlformats.org/officeDocument/2006/relationships/notesSlide" Target="/ppt/notesSlides/notesSlide1.xml" Id="R528a2d1de0a247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0670a3bfe4199" /><Relationship Type="http://schemas.openxmlformats.org/officeDocument/2006/relationships/image" Target="/ppt/media/image3.png" Id="Ra861af57ed264783" /><Relationship Type="http://schemas.openxmlformats.org/officeDocument/2006/relationships/notesSlide" Target="/ppt/notesSlides/notesSlide2.xml" Id="R5b43b2c220b54e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73fdda42f4864" /><Relationship Type="http://schemas.openxmlformats.org/officeDocument/2006/relationships/image" Target="/ppt/media/image4.png" Id="R83a81ac376304f90" /><Relationship Type="http://schemas.openxmlformats.org/officeDocument/2006/relationships/notesSlide" Target="/ppt/notesSlides/notesSlide3.xml" Id="R65f7ebaf5d0541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2FE85-B305-43B8-A8CF-E3393BFD6C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63cb43ff2486d"/>
          <a:stretch xmlns:a="http://schemas.openxmlformats.org/drawingml/2006/main"/>
        </p:blipFill>
        <p:spPr>
          <a:xfrm xmlns:a="http://schemas.openxmlformats.org/drawingml/2006/main">
            <a:off x="693275" y="609600"/>
            <a:ext cx="1813850" cy="51435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D92DA-AAEF-4F20-B466-7E1302489A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d855a852549ae"/>
          <a:srcRect xmlns:a="http://schemas.openxmlformats.org/drawingml/2006/main" l="33753" t="0" r="33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609600"/>
            <a:ext cx="3257550" cy="5638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09D2A-CA55-4566-9528-755E1E18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Vietnam Urology Webinar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6D8E2-6E77-4B4B-99D8-92AE1E83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702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MegaDerm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883B1-4763-4490-9F87-0986E443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708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Penile Augmentation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6F4A3-83DB-4E49-827B-4F515540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02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Clinical cases and perioperative care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3450F-4F12-4FDE-BDAB-AF7E5190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702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Jinmo Koo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55A56-AF99-4DB3-96E4-26F7539D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702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HIGHST Urology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F96A2-E7B8-48E9-913F-1B1C31E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21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90008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E525F-44B4-4D1E-ADF7-BC940D05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Preoperative Evaluation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E92D1-1526-42DC-A2D5-DB7795511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1af57ed264783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8D74F-387D-4C41-9500-D946ECB8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95FA7-55C9-4650-8B8D-7F4F43F6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0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Questionnaires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B531B-AB33-4D25-B3F3-356E1EDB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IIEF / PEDT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2A896-71FF-4988-B168-4AC2518B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International Index of Erectile Function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0913F-1A21-4359-A8A5-405DC460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Premature Ejaculation Diagnostic Tool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808F4-BDD4-40E5-AC5A-6F3D6FD7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470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Physical examination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6877A-E95F-4650-88C0-A9020C4D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Penile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EFCE5-AE44-4B4B-B756-60814B15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Flaccid and stretched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73558-4BBE-4BA4-BA36-22552CB1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Penile biothesiometry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FD801-1024-47A2-8794-144997C0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Vibration perception threshold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C598-029F-4B5C-9A39-BBF37A7C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33550"/>
            <a:ext cx="95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AF4E7-1540-48A3-9490-82009AC4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516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Laboratory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9333A-508C-4380-929D-86DD4B8C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Blood coagulation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BCCDB-9705-4B8C-8F04-D2DF91C2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Complete blood count (CBC)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AE39E-1982-4269-B739-EE57EE16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6227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Prostate-specific antigen (PSA)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8A8A8-6428-4D3E-8A0F-9994D787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2422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Blood glucose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6F10A-0156-4850-9433-965054A0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8617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HbA1c (glycated hemoglobin)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5074D-A24A-41E2-87E6-B006057E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4812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HPV 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DD632-692B-42B5-A651-C2B193D7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1007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Syphilis testing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C1841-9457-41AE-AA37-3A38063C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7202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Urine 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D9F428-7A8C-48BD-ABB1-3C09D158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3397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Liver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4880E6-6309-4B4E-A299-1A460A81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9592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Inflammatory markers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7FAA1-5676-4FB5-929E-9AE768C8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1378E-79CB-4672-88C7-8AB0D434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9410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A9A15-1C03-4EDD-8772-0837087B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98774B"/>
                </a:solidFill>
                <a:latin typeface="Pretendard"/>
                <a:ea typeface="Pretendard"/>
                <a:cs typeface="Pretendard"/>
              </a:rPr>
              <a:t>Case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B200D-1ED9-4126-98D8-A4B15F65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0282C"/>
                </a:solidFill>
                <a:latin typeface="Pretendard"/>
                <a:ea typeface="Pretendard"/>
                <a:cs typeface="Pretendard"/>
              </a:rPr>
              <a:t>Pubic Incision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208C2-C617-4EA4-A396-7B0F9A4813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81ac376304f90"/>
          <a:stretch xmlns:a="http://schemas.openxmlformats.org/drawingml/2006/main"/>
        </p:blipFill>
        <p:spPr>
          <a:xfrm xmlns:a="http://schemas.openxmlformats.org/drawingml/2006/main">
            <a:off x="9926264" y="561975"/>
            <a:ext cx="1578721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2104F-A854-4341-8537-FCA5E06B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52550"/>
            <a:ext cx="85344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54092-E4B8-4342-8B3C-C54BEDD4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Jinmo Koo · HIGHST Urology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7634C-C363-4DF0-8111-A1C891D1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9727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725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2026-10-12T07:26:43.7890000Z</dcterms:created>
  <dcterms:modified xsi:type="dcterms:W3CDTF">2026-10-12T07:26:43.7890000Z</dcterms:modified>
</coreProperties>
</file>